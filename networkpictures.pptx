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0D3"/>
    <a:srgbClr val="00F1FF"/>
    <a:srgbClr val="CAB4FF"/>
    <a:srgbClr val="F8A6FB"/>
    <a:srgbClr val="2BA4FB"/>
    <a:srgbClr val="4DD1FB"/>
    <a:srgbClr val="00C5FB"/>
    <a:srgbClr val="00ACFB"/>
    <a:srgbClr val="7DFFD0"/>
    <a:srgbClr val="AF2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/>
    <p:restoredTop sz="94599"/>
  </p:normalViewPr>
  <p:slideViewPr>
    <p:cSldViewPr snapToGrid="0" snapToObjects="1">
      <p:cViewPr varScale="1">
        <p:scale>
          <a:sx n="107" d="100"/>
          <a:sy n="107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aramond" charset="0"/>
                <a:ea typeface="Garamond" charset="0"/>
                <a:cs typeface="Garamond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aramond" charset="0"/>
                <a:ea typeface="Garamond" charset="0"/>
                <a:cs typeface="Garamon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charset="0"/>
                <a:ea typeface="Garamond" charset="0"/>
                <a:cs typeface="Garamond" charset="0"/>
              </a:defRPr>
            </a:lvl1pPr>
          </a:lstStyle>
          <a:p>
            <a:fld id="{17D50A9D-F2D0-A340-80EA-41260EB0598B}" type="datetimeFigureOut">
              <a:rPr lang="en-US" smtClean="0"/>
              <a:pPr/>
              <a:t>4/6/21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0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1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5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4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2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8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50A9D-F2D0-A340-80EA-41260EB0598B}" type="datetimeFigureOut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1A6503-1B0A-864A-A88C-322AB67B1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8" b="100000" l="0" r="100000">
                        <a14:foregroundMark x1="10452" y1="80570" x2="11856" y2="68174"/>
                        <a14:foregroundMark x1="15757" y1="67002" x2="52418" y2="50251"/>
                        <a14:foregroundMark x1="30733" y1="34841" x2="43370" y2="56114"/>
                        <a14:foregroundMark x1="32917" y1="33333" x2="54914" y2="27638"/>
                        <a14:foregroundMark x1="54914" y1="27303" x2="54914" y2="6700"/>
                        <a14:foregroundMark x1="54914" y1="7035" x2="70671" y2="8208"/>
                        <a14:foregroundMark x1="72075" y1="8878" x2="81747" y2="13400"/>
                        <a14:foregroundMark x1="82215" y1="13400" x2="85335" y2="26131"/>
                        <a14:foregroundMark x1="85335" y1="26131" x2="68955" y2="38861"/>
                        <a14:foregroundMark x1="68955" y1="38861" x2="90172" y2="63317"/>
                        <a14:foregroundMark x1="89860" y1="63652" x2="76911" y2="75377"/>
                        <a14:foregroundMark x1="76911" y1="74874" x2="41342" y2="62982"/>
                        <a14:foregroundMark x1="44774" y1="66332" x2="38534" y2="89615"/>
                        <a14:foregroundMark x1="23089" y1="91457" x2="27301" y2="73032"/>
                        <a14:foregroundMark x1="13261" y1="79899" x2="27925" y2="64824"/>
                        <a14:foregroundMark x1="19189" y1="81742" x2="35257" y2="87270"/>
                        <a14:foregroundMark x1="34945" y1="84255" x2="41342" y2="58794"/>
                        <a14:foregroundMark x1="29017" y1="69682" x2="29017" y2="69682"/>
                        <a14:foregroundMark x1="31825" y1="75712" x2="31825" y2="75712"/>
                        <a14:foregroundMark x1="16849" y1="83585" x2="16849" y2="83585"/>
                        <a14:foregroundMark x1="17785" y1="86265" x2="17785" y2="86265"/>
                        <a14:foregroundMark x1="29017" y1="87772" x2="29017" y2="87772"/>
                        <a14:foregroundMark x1="43370" y1="59129" x2="82527" y2="63317"/>
                        <a14:foregroundMark x1="58814" y1="38526" x2="67551" y2="71189"/>
                        <a14:foregroundMark x1="67083" y1="47906" x2="67083" y2="47906"/>
                        <a14:foregroundMark x1="66771" y1="47571" x2="79407" y2="55779"/>
                        <a14:foregroundMark x1="79095" y1="67504" x2="69267" y2="67504"/>
                        <a14:foregroundMark x1="39158" y1="38526" x2="55538" y2="41206"/>
                        <a14:foregroundMark x1="55226" y1="33668" x2="76599" y2="20101"/>
                        <a14:foregroundMark x1="60530" y1="16750" x2="60530" y2="34841"/>
                        <a14:foregroundMark x1="61934" y1="15243" x2="75819" y2="30988"/>
                        <a14:foregroundMark x1="73011" y1="16415" x2="73011" y2="16415"/>
                        <a14:foregroundMark x1="61622" y1="13065" x2="54914" y2="224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82373" y="4171553"/>
            <a:ext cx="2813112" cy="2620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D2F8E-364D-5F47-A3D6-48FCBDC1C3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5745" l="0" r="92627">
                        <a14:foregroundMark x1="26114" y1="56792" x2="47773" y2="67430"/>
                        <a14:foregroundMark x1="19508" y1="67921" x2="25806" y2="85925"/>
                        <a14:foregroundMark x1="38863" y1="84288" x2="38863" y2="65794"/>
                        <a14:foregroundMark x1="38863" y1="54337" x2="46544" y2="50573"/>
                        <a14:foregroundMark x1="43164" y1="55483" x2="43164" y2="55483"/>
                        <a14:foregroundMark x1="11521" y1="75777" x2="19508" y2="79869"/>
                        <a14:foregroundMark x1="40860" y1="33388" x2="47005" y2="29624"/>
                        <a14:foregroundMark x1="42704" y1="37807" x2="42704" y2="37807"/>
                        <a14:foregroundMark x1="56989" y1="34534" x2="56682" y2="42390"/>
                        <a14:foregroundMark x1="60061" y1="39935" x2="61290" y2="15548"/>
                      </a14:backgroundRemoval>
                    </a14:imgEffect>
                  </a14:imgLayer>
                </a14:imgProps>
              </a:ext>
            </a:extLst>
          </a:blip>
          <a:srcRect t="412" r="6991" b="4596"/>
          <a:stretch/>
        </p:blipFill>
        <p:spPr>
          <a:xfrm>
            <a:off x="1625844" y="1986624"/>
            <a:ext cx="2367699" cy="226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CB28A3-7114-C14B-9BF6-D6C04A165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875" r="100000">
                        <a14:foregroundMark x1="47288" y1="47690" x2="77608" y2="37129"/>
                        <a14:foregroundMark x1="51599" y1="48845" x2="80668" y2="46535"/>
                        <a14:foregroundMark x1="38387" y1="59406" x2="36161" y2="67987"/>
                        <a14:foregroundMark x1="42976" y1="60891" x2="44367" y2="70297"/>
                        <a14:foregroundMark x1="36439" y1="28053" x2="41725" y2="34323"/>
                        <a14:foregroundMark x1="31850" y1="33993" x2="36718" y2="38284"/>
                        <a14:foregroundMark x1="80946" y1="39439" x2="73713" y2="465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1961" y="4348654"/>
            <a:ext cx="2980702" cy="2512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0CF0F9-E11C-6F4B-840F-DF02AF2568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1585" y="1370828"/>
            <a:ext cx="2827344" cy="2512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035989-D4DC-734A-AF90-928C720B3F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17279" y1="38625" x2="25986" y2="26514"/>
                        <a14:foregroundMark x1="28980" y1="28151" x2="45170" y2="35188"/>
                        <a14:foregroundMark x1="34830" y1="37480" x2="34830" y2="37480"/>
                        <a14:foregroundMark x1="21769" y1="37152" x2="21769" y2="37152"/>
                        <a14:foregroundMark x1="20544" y1="51882" x2="40680" y2="54337"/>
                        <a14:foregroundMark x1="32517" y1="44190" x2="35782" y2="51227"/>
                        <a14:foregroundMark x1="43946" y1="40589" x2="43946" y2="40589"/>
                        <a14:foregroundMark x1="51973" y1="33879" x2="67347" y2="17840"/>
                        <a14:foregroundMark x1="59456" y1="40262" x2="63810" y2="31588"/>
                        <a14:foregroundMark x1="54694" y1="50409" x2="68571" y2="48445"/>
                        <a14:foregroundMark x1="60544" y1="57447" x2="77143" y2="57119"/>
                        <a14:foregroundMark x1="44898" y1="66121" x2="54694" y2="64484"/>
                        <a14:foregroundMark x1="48435" y1="75777" x2="50748" y2="867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0027" y="2450683"/>
            <a:ext cx="3022099" cy="2512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13D78-BB84-F545-8F83-BD9B6C3699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9485" l="0" r="100000">
                        <a14:foregroundMark x1="20189" y1="29381" x2="28864" y2="40893"/>
                        <a14:foregroundMark x1="33912" y1="35395" x2="33912" y2="35395"/>
                        <a14:foregroundMark x1="56940" y1="33849" x2="71609" y2="31443"/>
                        <a14:foregroundMark x1="70662" y1="41409" x2="80915" y2="33333"/>
                        <a14:foregroundMark x1="38170" y1="53436" x2="71136" y2="63918"/>
                        <a14:foregroundMark x1="29811" y1="68900" x2="43218" y2="86426"/>
                        <a14:foregroundMark x1="68454" y1="80412" x2="68454" y2="804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9457" y="4171553"/>
            <a:ext cx="2140342" cy="1964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1A996D-04EB-1F42-BD03-8E431BB6CC3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294" b="96926" l="9599" r="95989">
                        <a14:foregroundMark x1="26218" y1="19741" x2="43410" y2="33981"/>
                        <a14:foregroundMark x1="23066" y1="31392" x2="46848" y2="60356"/>
                        <a14:foregroundMark x1="25358" y1="67314" x2="41547" y2="79450"/>
                        <a14:foregroundMark x1="34957" y1="37864" x2="34957" y2="37864"/>
                        <a14:foregroundMark x1="37966" y1="39644" x2="40688" y2="43042"/>
                        <a14:foregroundMark x1="48424" y1="57767" x2="41547" y2="74272"/>
                        <a14:foregroundMark x1="24642" y1="64239" x2="34241" y2="60032"/>
                        <a14:foregroundMark x1="27650" y1="78964" x2="37249" y2="78964"/>
                        <a14:foregroundMark x1="59885" y1="43042" x2="83954" y2="30097"/>
                      </a14:backgroundRemoval>
                    </a14:imgEffect>
                  </a14:imgLayer>
                </a14:imgProps>
              </a:ext>
            </a:extLst>
          </a:blip>
          <a:srcRect t="1" r="-243" b="450"/>
          <a:stretch/>
        </p:blipFill>
        <p:spPr>
          <a:xfrm>
            <a:off x="7342353" y="4055401"/>
            <a:ext cx="2571667" cy="22611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A95B85C-2AFF-CB4A-9A13-EFCFC41565F7}"/>
              </a:ext>
            </a:extLst>
          </p:cNvPr>
          <p:cNvSpPr/>
          <p:nvPr/>
        </p:nvSpPr>
        <p:spPr>
          <a:xfrm>
            <a:off x="981628" y="5409685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D54830-0D0A-CF40-AF7C-FD078C96E7DC}"/>
              </a:ext>
            </a:extLst>
          </p:cNvPr>
          <p:cNvSpPr/>
          <p:nvPr/>
        </p:nvSpPr>
        <p:spPr>
          <a:xfrm>
            <a:off x="2817924" y="301799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10AFE2-713D-5F46-AC5A-1260DCEA87DE}"/>
              </a:ext>
            </a:extLst>
          </p:cNvPr>
          <p:cNvSpPr/>
          <p:nvPr/>
        </p:nvSpPr>
        <p:spPr>
          <a:xfrm>
            <a:off x="3930018" y="496616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A19F07-F615-4542-A2A6-56E66AF96ACE}"/>
              </a:ext>
            </a:extLst>
          </p:cNvPr>
          <p:cNvSpPr/>
          <p:nvPr/>
        </p:nvSpPr>
        <p:spPr>
          <a:xfrm>
            <a:off x="5971980" y="3497187"/>
            <a:ext cx="261672" cy="262660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89E913-17E0-434C-AFD3-DAA71EA2DEF3}"/>
              </a:ext>
            </a:extLst>
          </p:cNvPr>
          <p:cNvSpPr/>
          <p:nvPr/>
        </p:nvSpPr>
        <p:spPr>
          <a:xfrm>
            <a:off x="8861151" y="243147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402D13-1789-C145-B47A-2166E68C8676}"/>
              </a:ext>
            </a:extLst>
          </p:cNvPr>
          <p:cNvSpPr/>
          <p:nvPr/>
        </p:nvSpPr>
        <p:spPr>
          <a:xfrm>
            <a:off x="8541442" y="492641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B91F893-EE63-A642-B74C-EB7F2C16DDA5}"/>
              </a:ext>
            </a:extLst>
          </p:cNvPr>
          <p:cNvSpPr/>
          <p:nvPr/>
        </p:nvSpPr>
        <p:spPr>
          <a:xfrm>
            <a:off x="10487079" y="5347393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06E4DB-0AE4-A545-AE4A-3484C293AD6F}"/>
              </a:ext>
            </a:extLst>
          </p:cNvPr>
          <p:cNvSpPr/>
          <p:nvPr/>
        </p:nvSpPr>
        <p:spPr>
          <a:xfrm>
            <a:off x="2014860" y="501861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92D2B2-D984-BF4C-89F5-DF693DAC3D80}"/>
              </a:ext>
            </a:extLst>
          </p:cNvPr>
          <p:cNvSpPr/>
          <p:nvPr/>
        </p:nvSpPr>
        <p:spPr>
          <a:xfrm>
            <a:off x="2295076" y="5210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FFF79-C3F8-484A-918C-0453F99356E1}"/>
              </a:ext>
            </a:extLst>
          </p:cNvPr>
          <p:cNvSpPr/>
          <p:nvPr/>
        </p:nvSpPr>
        <p:spPr>
          <a:xfrm>
            <a:off x="2125467" y="550082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8AC8E0-A032-924F-8C7B-52C955DD3527}"/>
              </a:ext>
            </a:extLst>
          </p:cNvPr>
          <p:cNvSpPr/>
          <p:nvPr/>
        </p:nvSpPr>
        <p:spPr>
          <a:xfrm>
            <a:off x="929656" y="4770141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5F5267-5126-A94F-AF9E-ACB6162F866F}"/>
              </a:ext>
            </a:extLst>
          </p:cNvPr>
          <p:cNvSpPr/>
          <p:nvPr/>
        </p:nvSpPr>
        <p:spPr>
          <a:xfrm>
            <a:off x="981628" y="448543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46031A-AD9F-E04B-88E9-B344C099B63E}"/>
              </a:ext>
            </a:extLst>
          </p:cNvPr>
          <p:cNvSpPr/>
          <p:nvPr/>
        </p:nvSpPr>
        <p:spPr>
          <a:xfrm>
            <a:off x="754870" y="4390793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053960-0E99-B848-8734-474CDF47D9D7}"/>
              </a:ext>
            </a:extLst>
          </p:cNvPr>
          <p:cNvSpPr/>
          <p:nvPr/>
        </p:nvSpPr>
        <p:spPr>
          <a:xfrm>
            <a:off x="437956" y="443706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AF3442-809B-994F-A065-160ADA975073}"/>
              </a:ext>
            </a:extLst>
          </p:cNvPr>
          <p:cNvSpPr/>
          <p:nvPr/>
        </p:nvSpPr>
        <p:spPr>
          <a:xfrm>
            <a:off x="256312" y="46005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2DA8D5-A49D-224D-A357-0001D430F25C}"/>
              </a:ext>
            </a:extLst>
          </p:cNvPr>
          <p:cNvSpPr/>
          <p:nvPr/>
        </p:nvSpPr>
        <p:spPr>
          <a:xfrm>
            <a:off x="631684" y="4624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023B44-3E8C-BC4D-BD08-104859D91218}"/>
              </a:ext>
            </a:extLst>
          </p:cNvPr>
          <p:cNvSpPr/>
          <p:nvPr/>
        </p:nvSpPr>
        <p:spPr>
          <a:xfrm>
            <a:off x="339136" y="4825624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E53614-EFCA-0C48-A78F-59B568415C10}"/>
              </a:ext>
            </a:extLst>
          </p:cNvPr>
          <p:cNvSpPr/>
          <p:nvPr/>
        </p:nvSpPr>
        <p:spPr>
          <a:xfrm>
            <a:off x="649440" y="491545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7FB88A-A5A5-0C47-A4D0-7F5D0547F3F3}"/>
              </a:ext>
            </a:extLst>
          </p:cNvPr>
          <p:cNvSpPr/>
          <p:nvPr/>
        </p:nvSpPr>
        <p:spPr>
          <a:xfrm>
            <a:off x="613705" y="600351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3BBF2B-BE60-8D40-B327-9A08E868D292}"/>
              </a:ext>
            </a:extLst>
          </p:cNvPr>
          <p:cNvSpPr/>
          <p:nvPr/>
        </p:nvSpPr>
        <p:spPr>
          <a:xfrm>
            <a:off x="418292" y="614907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4493BB-4711-DD4D-966A-23E8299B7937}"/>
              </a:ext>
            </a:extLst>
          </p:cNvPr>
          <p:cNvSpPr/>
          <p:nvPr/>
        </p:nvSpPr>
        <p:spPr>
          <a:xfrm>
            <a:off x="511963" y="6355486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22EC69-8DF6-B94C-BE9B-31B1A3C46539}"/>
              </a:ext>
            </a:extLst>
          </p:cNvPr>
          <p:cNvSpPr/>
          <p:nvPr/>
        </p:nvSpPr>
        <p:spPr>
          <a:xfrm>
            <a:off x="734735" y="6462755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D78BD5C-1897-6247-90A5-801C4341F0BA}"/>
              </a:ext>
            </a:extLst>
          </p:cNvPr>
          <p:cNvSpPr/>
          <p:nvPr/>
        </p:nvSpPr>
        <p:spPr>
          <a:xfrm>
            <a:off x="778093" y="6213070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111B3D6-08F7-9D46-8DC0-17477624FBF7}"/>
              </a:ext>
            </a:extLst>
          </p:cNvPr>
          <p:cNvSpPr/>
          <p:nvPr/>
        </p:nvSpPr>
        <p:spPr>
          <a:xfrm>
            <a:off x="909425" y="6003511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F0349C-E5FD-B041-814E-10850AC1AD97}"/>
              </a:ext>
            </a:extLst>
          </p:cNvPr>
          <p:cNvSpPr/>
          <p:nvPr/>
        </p:nvSpPr>
        <p:spPr>
          <a:xfrm>
            <a:off x="1130113" y="610671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E8E377-B102-6D41-B7B2-D1ED204F8B92}"/>
              </a:ext>
            </a:extLst>
          </p:cNvPr>
          <p:cNvSpPr/>
          <p:nvPr/>
        </p:nvSpPr>
        <p:spPr>
          <a:xfrm>
            <a:off x="986218" y="6429183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2C6120-B8C1-AC45-A362-6B45971E8354}"/>
              </a:ext>
            </a:extLst>
          </p:cNvPr>
          <p:cNvSpPr/>
          <p:nvPr/>
        </p:nvSpPr>
        <p:spPr>
          <a:xfrm>
            <a:off x="1160908" y="630276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37CDD5-68F1-5642-A3BF-36D948D6CC3D}"/>
              </a:ext>
            </a:extLst>
          </p:cNvPr>
          <p:cNvSpPr/>
          <p:nvPr/>
        </p:nvSpPr>
        <p:spPr>
          <a:xfrm>
            <a:off x="1703035" y="3516851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B65D67F-0FCF-CD40-9CE9-FF45AA3AF544}"/>
              </a:ext>
            </a:extLst>
          </p:cNvPr>
          <p:cNvSpPr/>
          <p:nvPr/>
        </p:nvSpPr>
        <p:spPr>
          <a:xfrm>
            <a:off x="1883527" y="392311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732E0E-19EA-684F-B7CD-CE079C20693C}"/>
              </a:ext>
            </a:extLst>
          </p:cNvPr>
          <p:cNvSpPr/>
          <p:nvPr/>
        </p:nvSpPr>
        <p:spPr>
          <a:xfrm>
            <a:off x="2265791" y="3735106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21C9CB-F771-974A-B76B-4999822E1948}"/>
              </a:ext>
            </a:extLst>
          </p:cNvPr>
          <p:cNvSpPr/>
          <p:nvPr/>
        </p:nvSpPr>
        <p:spPr>
          <a:xfrm>
            <a:off x="2603650" y="395717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3C20B1-1D94-9845-9BFB-192466BC479F}"/>
              </a:ext>
            </a:extLst>
          </p:cNvPr>
          <p:cNvSpPr/>
          <p:nvPr/>
        </p:nvSpPr>
        <p:spPr>
          <a:xfrm>
            <a:off x="2556076" y="291859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006D89-B48B-5341-9107-4DB3BC15C2FC}"/>
              </a:ext>
            </a:extLst>
          </p:cNvPr>
          <p:cNvSpPr/>
          <p:nvPr/>
        </p:nvSpPr>
        <p:spPr>
          <a:xfrm>
            <a:off x="2541539" y="2401119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B54F376-8F71-A84D-8C1A-2DEB6A27237E}"/>
              </a:ext>
            </a:extLst>
          </p:cNvPr>
          <p:cNvSpPr/>
          <p:nvPr/>
        </p:nvSpPr>
        <p:spPr>
          <a:xfrm>
            <a:off x="2650979" y="2159864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59AA783-BEDF-CB4A-A0C4-E7B73CE031CE}"/>
              </a:ext>
            </a:extLst>
          </p:cNvPr>
          <p:cNvSpPr/>
          <p:nvPr/>
        </p:nvSpPr>
        <p:spPr>
          <a:xfrm>
            <a:off x="2972715" y="2044880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A8E414-8B67-1C42-872A-0BFB77558D77}"/>
              </a:ext>
            </a:extLst>
          </p:cNvPr>
          <p:cNvSpPr/>
          <p:nvPr/>
        </p:nvSpPr>
        <p:spPr>
          <a:xfrm>
            <a:off x="2887058" y="253736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0115A8-ED3B-4A42-B5DB-CB5209FF304D}"/>
              </a:ext>
            </a:extLst>
          </p:cNvPr>
          <p:cNvSpPr/>
          <p:nvPr/>
        </p:nvSpPr>
        <p:spPr>
          <a:xfrm>
            <a:off x="3209405" y="237412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B6FCF07-7976-2B4A-8004-94EE1CDD4ED9}"/>
              </a:ext>
            </a:extLst>
          </p:cNvPr>
          <p:cNvSpPr/>
          <p:nvPr/>
        </p:nvSpPr>
        <p:spPr>
          <a:xfrm>
            <a:off x="3340737" y="2100867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C2E5F0-A58B-B047-813B-BD84C5A6CA87}"/>
              </a:ext>
            </a:extLst>
          </p:cNvPr>
          <p:cNvSpPr/>
          <p:nvPr/>
        </p:nvSpPr>
        <p:spPr>
          <a:xfrm>
            <a:off x="3610389" y="2334128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64D25F4-6DA8-0448-A817-E147BE9F631A}"/>
              </a:ext>
            </a:extLst>
          </p:cNvPr>
          <p:cNvSpPr/>
          <p:nvPr/>
        </p:nvSpPr>
        <p:spPr>
          <a:xfrm>
            <a:off x="3279780" y="276516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02EC2A5-18F9-0148-A21D-FE3EAF4DFB8B}"/>
              </a:ext>
            </a:extLst>
          </p:cNvPr>
          <p:cNvSpPr/>
          <p:nvPr/>
        </p:nvSpPr>
        <p:spPr>
          <a:xfrm>
            <a:off x="3621791" y="263418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DD4759-5F5E-1046-8266-2641B42C44AA}"/>
              </a:ext>
            </a:extLst>
          </p:cNvPr>
          <p:cNvSpPr/>
          <p:nvPr/>
        </p:nvSpPr>
        <p:spPr>
          <a:xfrm>
            <a:off x="3047414" y="4546740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B697E7-2E05-CC42-BB3D-9A1F8502E44C}"/>
              </a:ext>
            </a:extLst>
          </p:cNvPr>
          <p:cNvSpPr/>
          <p:nvPr/>
        </p:nvSpPr>
        <p:spPr>
          <a:xfrm>
            <a:off x="3415134" y="4247967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A747E54-C864-6247-AB2F-A46B1B950DE0}"/>
              </a:ext>
            </a:extLst>
          </p:cNvPr>
          <p:cNvSpPr/>
          <p:nvPr/>
        </p:nvSpPr>
        <p:spPr>
          <a:xfrm>
            <a:off x="3951668" y="414907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C01BE7-1CF8-A04E-AEC3-0B27817A58BD}"/>
              </a:ext>
            </a:extLst>
          </p:cNvPr>
          <p:cNvSpPr/>
          <p:nvPr/>
        </p:nvSpPr>
        <p:spPr>
          <a:xfrm>
            <a:off x="4545886" y="4278836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7654D7C-6D0F-8047-AE77-E3DF2487DE05}"/>
              </a:ext>
            </a:extLst>
          </p:cNvPr>
          <p:cNvSpPr/>
          <p:nvPr/>
        </p:nvSpPr>
        <p:spPr>
          <a:xfrm>
            <a:off x="3501435" y="456516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6B0458-D532-534B-9CBE-12A64FFB13BE}"/>
              </a:ext>
            </a:extLst>
          </p:cNvPr>
          <p:cNvSpPr/>
          <p:nvPr/>
        </p:nvSpPr>
        <p:spPr>
          <a:xfrm>
            <a:off x="3523028" y="5031939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34DA336-70C8-9F4B-8BD7-2F2F91C817E1}"/>
              </a:ext>
            </a:extLst>
          </p:cNvPr>
          <p:cNvSpPr/>
          <p:nvPr/>
        </p:nvSpPr>
        <p:spPr>
          <a:xfrm>
            <a:off x="3310079" y="5714653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AFA7D1D-A13E-A04A-AA5C-240FABFD7908}"/>
              </a:ext>
            </a:extLst>
          </p:cNvPr>
          <p:cNvSpPr/>
          <p:nvPr/>
        </p:nvSpPr>
        <p:spPr>
          <a:xfrm>
            <a:off x="3983542" y="582960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D467654-797B-174C-92C3-987E5356CD0D}"/>
              </a:ext>
            </a:extLst>
          </p:cNvPr>
          <p:cNvSpPr/>
          <p:nvPr/>
        </p:nvSpPr>
        <p:spPr>
          <a:xfrm>
            <a:off x="4615619" y="569594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2CBA704-A809-054A-A996-B3C90D3AD8A0}"/>
              </a:ext>
            </a:extLst>
          </p:cNvPr>
          <p:cNvSpPr/>
          <p:nvPr/>
        </p:nvSpPr>
        <p:spPr>
          <a:xfrm>
            <a:off x="4122505" y="451140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3E0DA57-1BC5-2F49-A343-61879088F2E7}"/>
              </a:ext>
            </a:extLst>
          </p:cNvPr>
          <p:cNvSpPr/>
          <p:nvPr/>
        </p:nvSpPr>
        <p:spPr>
          <a:xfrm>
            <a:off x="4324568" y="502753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F31C0E7-42DB-6D4B-965A-C14F8F2706BD}"/>
              </a:ext>
            </a:extLst>
          </p:cNvPr>
          <p:cNvSpPr/>
          <p:nvPr/>
        </p:nvSpPr>
        <p:spPr>
          <a:xfrm>
            <a:off x="4711296" y="4591104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10301F-5A4E-0F49-9F03-B776C17C0232}"/>
              </a:ext>
            </a:extLst>
          </p:cNvPr>
          <p:cNvSpPr/>
          <p:nvPr/>
        </p:nvSpPr>
        <p:spPr>
          <a:xfrm>
            <a:off x="5051163" y="344414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1538229-3BE1-6044-850A-042B111AF0A5}"/>
              </a:ext>
            </a:extLst>
          </p:cNvPr>
          <p:cNvSpPr/>
          <p:nvPr/>
        </p:nvSpPr>
        <p:spPr>
          <a:xfrm>
            <a:off x="5313828" y="379669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A983A01-0094-1640-A5D9-75591645985A}"/>
              </a:ext>
            </a:extLst>
          </p:cNvPr>
          <p:cNvSpPr/>
          <p:nvPr/>
        </p:nvSpPr>
        <p:spPr>
          <a:xfrm>
            <a:off x="5187050" y="296293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71BE844-BB67-7A4C-8A54-A339AAB9E2FD}"/>
              </a:ext>
            </a:extLst>
          </p:cNvPr>
          <p:cNvSpPr/>
          <p:nvPr/>
        </p:nvSpPr>
        <p:spPr>
          <a:xfrm>
            <a:off x="5424427" y="33154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97ADB7C-48E9-D14E-AA79-CD262393994E}"/>
              </a:ext>
            </a:extLst>
          </p:cNvPr>
          <p:cNvSpPr/>
          <p:nvPr/>
        </p:nvSpPr>
        <p:spPr>
          <a:xfrm>
            <a:off x="5576493" y="2836521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277740-F24C-1742-99D1-82A7438B5447}"/>
              </a:ext>
            </a:extLst>
          </p:cNvPr>
          <p:cNvSpPr/>
          <p:nvPr/>
        </p:nvSpPr>
        <p:spPr>
          <a:xfrm>
            <a:off x="6447622" y="253587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69CD055-1FFA-A84E-AB95-44354E87AB86}"/>
              </a:ext>
            </a:extLst>
          </p:cNvPr>
          <p:cNvSpPr/>
          <p:nvPr/>
        </p:nvSpPr>
        <p:spPr>
          <a:xfrm>
            <a:off x="6860008" y="2877179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2C03445-F513-BD46-86FD-B611F1F4DDC6}"/>
              </a:ext>
            </a:extLst>
          </p:cNvPr>
          <p:cNvSpPr/>
          <p:nvPr/>
        </p:nvSpPr>
        <p:spPr>
          <a:xfrm>
            <a:off x="6133979" y="369697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ACD302A-44F9-4F43-AB97-45C2DB86AAAD}"/>
              </a:ext>
            </a:extLst>
          </p:cNvPr>
          <p:cNvSpPr/>
          <p:nvPr/>
        </p:nvSpPr>
        <p:spPr>
          <a:xfrm>
            <a:off x="6188391" y="33756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B650154-84E6-2F42-BA06-627DB7FE060A}"/>
              </a:ext>
            </a:extLst>
          </p:cNvPr>
          <p:cNvSpPr/>
          <p:nvPr/>
        </p:nvSpPr>
        <p:spPr>
          <a:xfrm>
            <a:off x="5860281" y="4560662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C7C960-F40A-AE4E-8C06-B2B3C8FC6C06}"/>
              </a:ext>
            </a:extLst>
          </p:cNvPr>
          <p:cNvSpPr/>
          <p:nvPr/>
        </p:nvSpPr>
        <p:spPr>
          <a:xfrm>
            <a:off x="6374980" y="451846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F79696-FEB7-5A4F-A7D4-C2A082D62ED6}"/>
              </a:ext>
            </a:extLst>
          </p:cNvPr>
          <p:cNvSpPr/>
          <p:nvPr/>
        </p:nvSpPr>
        <p:spPr>
          <a:xfrm>
            <a:off x="6912259" y="407038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918F201-C2B6-7B4B-9E33-15CE26770AE4}"/>
              </a:ext>
            </a:extLst>
          </p:cNvPr>
          <p:cNvSpPr/>
          <p:nvPr/>
        </p:nvSpPr>
        <p:spPr>
          <a:xfrm>
            <a:off x="7056933" y="3570560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CE71E8-6B1D-F348-9E3F-CED2EC898078}"/>
              </a:ext>
            </a:extLst>
          </p:cNvPr>
          <p:cNvSpPr/>
          <p:nvPr/>
        </p:nvSpPr>
        <p:spPr>
          <a:xfrm>
            <a:off x="8311967" y="1538007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38A6895-8F00-5B4A-A3CA-A6BCBAF5F47C}"/>
              </a:ext>
            </a:extLst>
          </p:cNvPr>
          <p:cNvSpPr/>
          <p:nvPr/>
        </p:nvSpPr>
        <p:spPr>
          <a:xfrm>
            <a:off x="8059134" y="198662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244E2C0-348C-3646-957D-99E7C1A2C73A}"/>
              </a:ext>
            </a:extLst>
          </p:cNvPr>
          <p:cNvSpPr/>
          <p:nvPr/>
        </p:nvSpPr>
        <p:spPr>
          <a:xfrm>
            <a:off x="7975323" y="25518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B1DBDD2-F764-594F-A89B-321800FF0DF2}"/>
              </a:ext>
            </a:extLst>
          </p:cNvPr>
          <p:cNvSpPr/>
          <p:nvPr/>
        </p:nvSpPr>
        <p:spPr>
          <a:xfrm>
            <a:off x="8116487" y="3089350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678A4A8-24BE-F34F-8D54-29DB51D876F7}"/>
              </a:ext>
            </a:extLst>
          </p:cNvPr>
          <p:cNvSpPr/>
          <p:nvPr/>
        </p:nvSpPr>
        <p:spPr>
          <a:xfrm>
            <a:off x="8392407" y="346981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EF9ABFA-A2ED-7448-97FC-C6D9FD07A365}"/>
              </a:ext>
            </a:extLst>
          </p:cNvPr>
          <p:cNvSpPr/>
          <p:nvPr/>
        </p:nvSpPr>
        <p:spPr>
          <a:xfrm>
            <a:off x="8994823" y="312667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B6D6EC-5263-5242-B36C-23DBE44971BA}"/>
              </a:ext>
            </a:extLst>
          </p:cNvPr>
          <p:cNvSpPr/>
          <p:nvPr/>
        </p:nvSpPr>
        <p:spPr>
          <a:xfrm>
            <a:off x="9146889" y="2679522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FE88ADE-E99E-C642-9622-878772CD1646}"/>
              </a:ext>
            </a:extLst>
          </p:cNvPr>
          <p:cNvSpPr/>
          <p:nvPr/>
        </p:nvSpPr>
        <p:spPr>
          <a:xfrm>
            <a:off x="9146766" y="2089449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C3E8754-8FAF-C74B-83FC-4C8740E14A2E}"/>
              </a:ext>
            </a:extLst>
          </p:cNvPr>
          <p:cNvSpPr/>
          <p:nvPr/>
        </p:nvSpPr>
        <p:spPr>
          <a:xfrm>
            <a:off x="8924872" y="17870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CA9C06A-4B37-DC4F-B74A-E7BDCFFAF670}"/>
              </a:ext>
            </a:extLst>
          </p:cNvPr>
          <p:cNvSpPr/>
          <p:nvPr/>
        </p:nvSpPr>
        <p:spPr>
          <a:xfrm>
            <a:off x="9641523" y="138996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76C1CCD-7CD3-2647-9FEE-8B5086DE5A03}"/>
              </a:ext>
            </a:extLst>
          </p:cNvPr>
          <p:cNvSpPr/>
          <p:nvPr/>
        </p:nvSpPr>
        <p:spPr>
          <a:xfrm>
            <a:off x="9914020" y="179692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CF5C613-51CA-7645-8184-77B8082EFC23}"/>
              </a:ext>
            </a:extLst>
          </p:cNvPr>
          <p:cNvSpPr/>
          <p:nvPr/>
        </p:nvSpPr>
        <p:spPr>
          <a:xfrm>
            <a:off x="10065108" y="2322248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527F016-113F-864E-83E2-883681071063}"/>
              </a:ext>
            </a:extLst>
          </p:cNvPr>
          <p:cNvSpPr/>
          <p:nvPr/>
        </p:nvSpPr>
        <p:spPr>
          <a:xfrm>
            <a:off x="9930610" y="286723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C1E33EF-4BA7-1240-A49C-A4104B54B461}"/>
              </a:ext>
            </a:extLst>
          </p:cNvPr>
          <p:cNvSpPr/>
          <p:nvPr/>
        </p:nvSpPr>
        <p:spPr>
          <a:xfrm>
            <a:off x="9722299" y="3343401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19D4A07-F304-EE4E-85D2-D20DB2AAA4E8}"/>
              </a:ext>
            </a:extLst>
          </p:cNvPr>
          <p:cNvSpPr/>
          <p:nvPr/>
        </p:nvSpPr>
        <p:spPr>
          <a:xfrm>
            <a:off x="7714552" y="4336775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20C7D0D-0845-D94D-9F02-688E2B5CC4A8}"/>
              </a:ext>
            </a:extLst>
          </p:cNvPr>
          <p:cNvSpPr/>
          <p:nvPr/>
        </p:nvSpPr>
        <p:spPr>
          <a:xfrm>
            <a:off x="8180634" y="412155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5873FF1-8BC2-B247-B741-1E0174CFDFF8}"/>
              </a:ext>
            </a:extLst>
          </p:cNvPr>
          <p:cNvSpPr/>
          <p:nvPr/>
        </p:nvSpPr>
        <p:spPr>
          <a:xfrm>
            <a:off x="9385790" y="4312336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9D6224F-BBAF-5A4E-9931-DD2CC9FD6AB1}"/>
              </a:ext>
            </a:extLst>
          </p:cNvPr>
          <p:cNvSpPr/>
          <p:nvPr/>
        </p:nvSpPr>
        <p:spPr>
          <a:xfrm>
            <a:off x="9517122" y="4934529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2F9B554-3180-734C-8A42-3651DE002D22}"/>
              </a:ext>
            </a:extLst>
          </p:cNvPr>
          <p:cNvSpPr/>
          <p:nvPr/>
        </p:nvSpPr>
        <p:spPr>
          <a:xfrm>
            <a:off x="7968383" y="5018617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363445-2F67-C842-A30B-E89C676FC894}"/>
              </a:ext>
            </a:extLst>
          </p:cNvPr>
          <p:cNvSpPr/>
          <p:nvPr/>
        </p:nvSpPr>
        <p:spPr>
          <a:xfrm>
            <a:off x="7796109" y="559511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43EFC9-B95C-BD46-A721-E338B7AA515C}"/>
              </a:ext>
            </a:extLst>
          </p:cNvPr>
          <p:cNvSpPr/>
          <p:nvPr/>
        </p:nvSpPr>
        <p:spPr>
          <a:xfrm>
            <a:off x="8096356" y="591568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ED45507-7AA4-6A4A-998D-7DFFE484EA9D}"/>
              </a:ext>
            </a:extLst>
          </p:cNvPr>
          <p:cNvSpPr/>
          <p:nvPr/>
        </p:nvSpPr>
        <p:spPr>
          <a:xfrm>
            <a:off x="8445986" y="572114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8D94B37-2963-C24F-80AF-C9D7B138E4BE}"/>
              </a:ext>
            </a:extLst>
          </p:cNvPr>
          <p:cNvSpPr/>
          <p:nvPr/>
        </p:nvSpPr>
        <p:spPr>
          <a:xfrm>
            <a:off x="9923851" y="491095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7A9AE60-B67C-5941-8E35-CBC7536E7A39}"/>
              </a:ext>
            </a:extLst>
          </p:cNvPr>
          <p:cNvSpPr/>
          <p:nvPr/>
        </p:nvSpPr>
        <p:spPr>
          <a:xfrm>
            <a:off x="10617469" y="429531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4EC6AC-E039-8B4B-B167-25641D185D9C}"/>
              </a:ext>
            </a:extLst>
          </p:cNvPr>
          <p:cNvSpPr/>
          <p:nvPr/>
        </p:nvSpPr>
        <p:spPr>
          <a:xfrm>
            <a:off x="10615273" y="473718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9D82B51-F25F-CA4D-B2DB-841F470BE33A}"/>
              </a:ext>
            </a:extLst>
          </p:cNvPr>
          <p:cNvSpPr/>
          <p:nvPr/>
        </p:nvSpPr>
        <p:spPr>
          <a:xfrm>
            <a:off x="10987843" y="427965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8E397A9-C2EE-9043-9C47-48054443C616}"/>
              </a:ext>
            </a:extLst>
          </p:cNvPr>
          <p:cNvSpPr/>
          <p:nvPr/>
        </p:nvSpPr>
        <p:spPr>
          <a:xfrm>
            <a:off x="11367872" y="437438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A23DBEC-3BCD-9146-959B-1B41B3B0193F}"/>
              </a:ext>
            </a:extLst>
          </p:cNvPr>
          <p:cNvSpPr/>
          <p:nvPr/>
        </p:nvSpPr>
        <p:spPr>
          <a:xfrm>
            <a:off x="11443740" y="469364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E913836-2896-524C-B530-A6549290F4EF}"/>
              </a:ext>
            </a:extLst>
          </p:cNvPr>
          <p:cNvSpPr/>
          <p:nvPr/>
        </p:nvSpPr>
        <p:spPr>
          <a:xfrm>
            <a:off x="11010771" y="505576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04AD14-38E1-F445-85DD-06DA2B8BCFC7}"/>
              </a:ext>
            </a:extLst>
          </p:cNvPr>
          <p:cNvSpPr/>
          <p:nvPr/>
        </p:nvSpPr>
        <p:spPr>
          <a:xfrm>
            <a:off x="9401896" y="579827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50DB05E-8486-E34E-8FB1-12417CB9AF87}"/>
              </a:ext>
            </a:extLst>
          </p:cNvPr>
          <p:cNvSpPr/>
          <p:nvPr/>
        </p:nvSpPr>
        <p:spPr>
          <a:xfrm>
            <a:off x="9377054" y="617635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FB6F363-3B94-E241-841B-7B527FC36FB9}"/>
              </a:ext>
            </a:extLst>
          </p:cNvPr>
          <p:cNvSpPr/>
          <p:nvPr/>
        </p:nvSpPr>
        <p:spPr>
          <a:xfrm>
            <a:off x="9792518" y="600993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CAC04C0-359F-E24F-9AB1-08037E4AFE1F}"/>
              </a:ext>
            </a:extLst>
          </p:cNvPr>
          <p:cNvSpPr/>
          <p:nvPr/>
        </p:nvSpPr>
        <p:spPr>
          <a:xfrm>
            <a:off x="10347437" y="57408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423A7BC-B3F1-FD44-81D9-6CE42979DDA4}"/>
              </a:ext>
            </a:extLst>
          </p:cNvPr>
          <p:cNvSpPr/>
          <p:nvPr/>
        </p:nvSpPr>
        <p:spPr>
          <a:xfrm>
            <a:off x="9722299" y="643519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DD07153-4133-E644-AC22-A55B9EB8034F}"/>
              </a:ext>
            </a:extLst>
          </p:cNvPr>
          <p:cNvSpPr/>
          <p:nvPr/>
        </p:nvSpPr>
        <p:spPr>
          <a:xfrm>
            <a:off x="10126204" y="63751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EE2B76B-536D-924A-A6C6-816CDEEC4A10}"/>
              </a:ext>
            </a:extLst>
          </p:cNvPr>
          <p:cNvSpPr/>
          <p:nvPr/>
        </p:nvSpPr>
        <p:spPr>
          <a:xfrm>
            <a:off x="11518868" y="567186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85A0DBF-3924-A74A-82F9-39A0E79621C6}"/>
              </a:ext>
            </a:extLst>
          </p:cNvPr>
          <p:cNvSpPr/>
          <p:nvPr/>
        </p:nvSpPr>
        <p:spPr>
          <a:xfrm>
            <a:off x="11240676" y="5948775"/>
            <a:ext cx="262665" cy="297734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7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1A6503-1B0A-864A-A88C-322AB67B1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8" b="100000" l="0" r="100000">
                        <a14:foregroundMark x1="10452" y1="80570" x2="11856" y2="68174"/>
                        <a14:foregroundMark x1="15757" y1="67002" x2="52418" y2="50251"/>
                        <a14:foregroundMark x1="30733" y1="34841" x2="43370" y2="56114"/>
                        <a14:foregroundMark x1="32917" y1="33333" x2="54914" y2="27638"/>
                        <a14:foregroundMark x1="54914" y1="27303" x2="54914" y2="6700"/>
                        <a14:foregroundMark x1="54914" y1="7035" x2="70671" y2="8208"/>
                        <a14:foregroundMark x1="72075" y1="8878" x2="81747" y2="13400"/>
                        <a14:foregroundMark x1="82215" y1="13400" x2="85335" y2="26131"/>
                        <a14:foregroundMark x1="85335" y1="26131" x2="68955" y2="38861"/>
                        <a14:foregroundMark x1="68955" y1="38861" x2="90172" y2="63317"/>
                        <a14:foregroundMark x1="89860" y1="63652" x2="76911" y2="75377"/>
                        <a14:foregroundMark x1="76911" y1="74874" x2="41342" y2="62982"/>
                        <a14:foregroundMark x1="44774" y1="66332" x2="38534" y2="89615"/>
                        <a14:foregroundMark x1="23089" y1="91457" x2="27301" y2="73032"/>
                        <a14:foregroundMark x1="13261" y1="79899" x2="27925" y2="64824"/>
                        <a14:foregroundMark x1="19189" y1="81742" x2="35257" y2="87270"/>
                        <a14:foregroundMark x1="34945" y1="84255" x2="41342" y2="58794"/>
                        <a14:foregroundMark x1="29017" y1="69682" x2="29017" y2="69682"/>
                        <a14:foregroundMark x1="31825" y1="75712" x2="31825" y2="75712"/>
                        <a14:foregroundMark x1="16849" y1="83585" x2="16849" y2="83585"/>
                        <a14:foregroundMark x1="17785" y1="86265" x2="17785" y2="86265"/>
                        <a14:foregroundMark x1="29017" y1="87772" x2="29017" y2="87772"/>
                        <a14:foregroundMark x1="43370" y1="59129" x2="82527" y2="63317"/>
                        <a14:foregroundMark x1="58814" y1="38526" x2="67551" y2="71189"/>
                        <a14:foregroundMark x1="67083" y1="47906" x2="67083" y2="47906"/>
                        <a14:foregroundMark x1="66771" y1="47571" x2="79407" y2="55779"/>
                        <a14:foregroundMark x1="79095" y1="67504" x2="69267" y2="67504"/>
                        <a14:foregroundMark x1="39158" y1="38526" x2="55538" y2="41206"/>
                        <a14:foregroundMark x1="55226" y1="33668" x2="76599" y2="20101"/>
                        <a14:foregroundMark x1="60530" y1="16750" x2="60530" y2="34841"/>
                        <a14:foregroundMark x1="61934" y1="15243" x2="75819" y2="30988"/>
                        <a14:foregroundMark x1="73011" y1="16415" x2="73011" y2="16415"/>
                        <a14:foregroundMark x1="61622" y1="13065" x2="54914" y2="224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82373" y="4171553"/>
            <a:ext cx="2813112" cy="2620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D2F8E-364D-5F47-A3D6-48FCBDC1C3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5745" l="0" r="92627"/>
                    </a14:imgEffect>
                  </a14:imgLayer>
                </a14:imgProps>
              </a:ext>
            </a:extLst>
          </a:blip>
          <a:srcRect t="412" r="6991" b="4596"/>
          <a:stretch/>
        </p:blipFill>
        <p:spPr>
          <a:xfrm>
            <a:off x="1625844" y="1986624"/>
            <a:ext cx="2367699" cy="226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CB28A3-7114-C14B-9BF6-D6C04A165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875" r="100000">
                        <a14:foregroundMark x1="47288" y1="47690" x2="77608" y2="37129"/>
                        <a14:foregroundMark x1="51599" y1="48845" x2="80668" y2="46535"/>
                        <a14:foregroundMark x1="38387" y1="59406" x2="36161" y2="67987"/>
                        <a14:foregroundMark x1="42976" y1="60891" x2="44367" y2="70297"/>
                        <a14:foregroundMark x1="36439" y1="28053" x2="41725" y2="34323"/>
                        <a14:foregroundMark x1="31850" y1="33993" x2="36718" y2="38284"/>
                        <a14:foregroundMark x1="80946" y1="39439" x2="73713" y2="465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1961" y="4348654"/>
            <a:ext cx="2980702" cy="2512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0CF0F9-E11C-6F4B-840F-DF02AF2568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1585" y="1370828"/>
            <a:ext cx="2827344" cy="2512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035989-D4DC-734A-AF90-928C720B3F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17279" y1="38625" x2="25986" y2="26514"/>
                        <a14:foregroundMark x1="28980" y1="28151" x2="45170" y2="35188"/>
                        <a14:foregroundMark x1="34830" y1="37480" x2="34830" y2="37480"/>
                        <a14:foregroundMark x1="21769" y1="37152" x2="21769" y2="37152"/>
                        <a14:foregroundMark x1="20544" y1="51882" x2="40680" y2="54337"/>
                        <a14:foregroundMark x1="32517" y1="44190" x2="35782" y2="51227"/>
                        <a14:foregroundMark x1="43946" y1="40589" x2="43946" y2="40589"/>
                        <a14:foregroundMark x1="51973" y1="33879" x2="67347" y2="17840"/>
                        <a14:foregroundMark x1="59456" y1="40262" x2="63810" y2="31588"/>
                        <a14:foregroundMark x1="54694" y1="50409" x2="68571" y2="48445"/>
                        <a14:foregroundMark x1="60544" y1="57447" x2="77143" y2="57119"/>
                        <a14:foregroundMark x1="44898" y1="66121" x2="54694" y2="64484"/>
                        <a14:foregroundMark x1="48435" y1="75777" x2="50748" y2="867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0027" y="2450683"/>
            <a:ext cx="3022099" cy="2512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13D78-BB84-F545-8F83-BD9B6C3699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9485" l="0" r="100000">
                        <a14:foregroundMark x1="20189" y1="29381" x2="28864" y2="40893"/>
                        <a14:foregroundMark x1="33912" y1="35395" x2="33912" y2="35395"/>
                        <a14:foregroundMark x1="56940" y1="33849" x2="71609" y2="31443"/>
                        <a14:foregroundMark x1="70662" y1="41409" x2="80915" y2="33333"/>
                        <a14:foregroundMark x1="38170" y1="53436" x2="71136" y2="63918"/>
                        <a14:foregroundMark x1="29811" y1="68900" x2="43218" y2="86426"/>
                        <a14:foregroundMark x1="68454" y1="80412" x2="68454" y2="804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9457" y="4171553"/>
            <a:ext cx="2140342" cy="1964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1A996D-04EB-1F42-BD03-8E431BB6CC3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294" b="96926" l="9599" r="95989">
                        <a14:foregroundMark x1="26218" y1="19741" x2="43410" y2="33981"/>
                        <a14:foregroundMark x1="23066" y1="31392" x2="46848" y2="60356"/>
                        <a14:foregroundMark x1="25358" y1="67314" x2="41547" y2="79450"/>
                        <a14:foregroundMark x1="34957" y1="37864" x2="34957" y2="37864"/>
                        <a14:foregroundMark x1="37966" y1="39644" x2="40688" y2="43042"/>
                        <a14:foregroundMark x1="48424" y1="57767" x2="41547" y2="74272"/>
                        <a14:foregroundMark x1="24642" y1="64239" x2="34241" y2="60032"/>
                        <a14:foregroundMark x1="27650" y1="78964" x2="37249" y2="78964"/>
                        <a14:foregroundMark x1="59885" y1="43042" x2="83954" y2="30097"/>
                      </a14:backgroundRemoval>
                    </a14:imgEffect>
                  </a14:imgLayer>
                </a14:imgProps>
              </a:ext>
            </a:extLst>
          </a:blip>
          <a:srcRect t="1" r="-243" b="450"/>
          <a:stretch/>
        </p:blipFill>
        <p:spPr>
          <a:xfrm>
            <a:off x="7342353" y="4055401"/>
            <a:ext cx="2571667" cy="22611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A95B85C-2AFF-CB4A-9A13-EFCFC41565F7}"/>
              </a:ext>
            </a:extLst>
          </p:cNvPr>
          <p:cNvSpPr/>
          <p:nvPr/>
        </p:nvSpPr>
        <p:spPr>
          <a:xfrm>
            <a:off x="981628" y="5409685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D54830-0D0A-CF40-AF7C-FD078C96E7DC}"/>
              </a:ext>
            </a:extLst>
          </p:cNvPr>
          <p:cNvSpPr/>
          <p:nvPr/>
        </p:nvSpPr>
        <p:spPr>
          <a:xfrm>
            <a:off x="2817924" y="301799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10AFE2-713D-5F46-AC5A-1260DCEA87DE}"/>
              </a:ext>
            </a:extLst>
          </p:cNvPr>
          <p:cNvSpPr/>
          <p:nvPr/>
        </p:nvSpPr>
        <p:spPr>
          <a:xfrm>
            <a:off x="3930018" y="496616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A19F07-F615-4542-A2A6-56E66AF96ACE}"/>
              </a:ext>
            </a:extLst>
          </p:cNvPr>
          <p:cNvSpPr/>
          <p:nvPr/>
        </p:nvSpPr>
        <p:spPr>
          <a:xfrm>
            <a:off x="5971980" y="3497187"/>
            <a:ext cx="261672" cy="262660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89E913-17E0-434C-AFD3-DAA71EA2DEF3}"/>
              </a:ext>
            </a:extLst>
          </p:cNvPr>
          <p:cNvSpPr/>
          <p:nvPr/>
        </p:nvSpPr>
        <p:spPr>
          <a:xfrm>
            <a:off x="8861151" y="243147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402D13-1789-C145-B47A-2166E68C8676}"/>
              </a:ext>
            </a:extLst>
          </p:cNvPr>
          <p:cNvSpPr/>
          <p:nvPr/>
        </p:nvSpPr>
        <p:spPr>
          <a:xfrm>
            <a:off x="8541442" y="492641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B91F893-EE63-A642-B74C-EB7F2C16DDA5}"/>
              </a:ext>
            </a:extLst>
          </p:cNvPr>
          <p:cNvSpPr/>
          <p:nvPr/>
        </p:nvSpPr>
        <p:spPr>
          <a:xfrm>
            <a:off x="10487079" y="5347393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06E4DB-0AE4-A545-AE4A-3484C293AD6F}"/>
              </a:ext>
            </a:extLst>
          </p:cNvPr>
          <p:cNvSpPr/>
          <p:nvPr/>
        </p:nvSpPr>
        <p:spPr>
          <a:xfrm>
            <a:off x="2014860" y="501861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92D2B2-D984-BF4C-89F5-DF693DAC3D80}"/>
              </a:ext>
            </a:extLst>
          </p:cNvPr>
          <p:cNvSpPr/>
          <p:nvPr/>
        </p:nvSpPr>
        <p:spPr>
          <a:xfrm>
            <a:off x="2295076" y="5210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FFF79-C3F8-484A-918C-0453F99356E1}"/>
              </a:ext>
            </a:extLst>
          </p:cNvPr>
          <p:cNvSpPr/>
          <p:nvPr/>
        </p:nvSpPr>
        <p:spPr>
          <a:xfrm>
            <a:off x="2125467" y="550082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8AC8E0-A032-924F-8C7B-52C955DD3527}"/>
              </a:ext>
            </a:extLst>
          </p:cNvPr>
          <p:cNvSpPr/>
          <p:nvPr/>
        </p:nvSpPr>
        <p:spPr>
          <a:xfrm>
            <a:off x="929656" y="4770141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5F5267-5126-A94F-AF9E-ACB6162F866F}"/>
              </a:ext>
            </a:extLst>
          </p:cNvPr>
          <p:cNvSpPr/>
          <p:nvPr/>
        </p:nvSpPr>
        <p:spPr>
          <a:xfrm>
            <a:off x="981628" y="448543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46031A-AD9F-E04B-88E9-B344C099B63E}"/>
              </a:ext>
            </a:extLst>
          </p:cNvPr>
          <p:cNvSpPr/>
          <p:nvPr/>
        </p:nvSpPr>
        <p:spPr>
          <a:xfrm>
            <a:off x="754870" y="4390793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053960-0E99-B848-8734-474CDF47D9D7}"/>
              </a:ext>
            </a:extLst>
          </p:cNvPr>
          <p:cNvSpPr/>
          <p:nvPr/>
        </p:nvSpPr>
        <p:spPr>
          <a:xfrm>
            <a:off x="437956" y="443706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AF3442-809B-994F-A065-160ADA975073}"/>
              </a:ext>
            </a:extLst>
          </p:cNvPr>
          <p:cNvSpPr/>
          <p:nvPr/>
        </p:nvSpPr>
        <p:spPr>
          <a:xfrm>
            <a:off x="256312" y="46005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2DA8D5-A49D-224D-A357-0001D430F25C}"/>
              </a:ext>
            </a:extLst>
          </p:cNvPr>
          <p:cNvSpPr/>
          <p:nvPr/>
        </p:nvSpPr>
        <p:spPr>
          <a:xfrm>
            <a:off x="631684" y="4624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023B44-3E8C-BC4D-BD08-104859D91218}"/>
              </a:ext>
            </a:extLst>
          </p:cNvPr>
          <p:cNvSpPr/>
          <p:nvPr/>
        </p:nvSpPr>
        <p:spPr>
          <a:xfrm>
            <a:off x="339136" y="4825624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E53614-EFCA-0C48-A78F-59B568415C10}"/>
              </a:ext>
            </a:extLst>
          </p:cNvPr>
          <p:cNvSpPr/>
          <p:nvPr/>
        </p:nvSpPr>
        <p:spPr>
          <a:xfrm>
            <a:off x="649440" y="491545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7FB88A-A5A5-0C47-A4D0-7F5D0547F3F3}"/>
              </a:ext>
            </a:extLst>
          </p:cNvPr>
          <p:cNvSpPr/>
          <p:nvPr/>
        </p:nvSpPr>
        <p:spPr>
          <a:xfrm>
            <a:off x="613705" y="600351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3BBF2B-BE60-8D40-B327-9A08E868D292}"/>
              </a:ext>
            </a:extLst>
          </p:cNvPr>
          <p:cNvSpPr/>
          <p:nvPr/>
        </p:nvSpPr>
        <p:spPr>
          <a:xfrm>
            <a:off x="418292" y="614907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4493BB-4711-DD4D-966A-23E8299B7937}"/>
              </a:ext>
            </a:extLst>
          </p:cNvPr>
          <p:cNvSpPr/>
          <p:nvPr/>
        </p:nvSpPr>
        <p:spPr>
          <a:xfrm>
            <a:off x="511963" y="6355486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22EC69-8DF6-B94C-BE9B-31B1A3C46539}"/>
              </a:ext>
            </a:extLst>
          </p:cNvPr>
          <p:cNvSpPr/>
          <p:nvPr/>
        </p:nvSpPr>
        <p:spPr>
          <a:xfrm>
            <a:off x="734735" y="6462755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D78BD5C-1897-6247-90A5-801C4341F0BA}"/>
              </a:ext>
            </a:extLst>
          </p:cNvPr>
          <p:cNvSpPr/>
          <p:nvPr/>
        </p:nvSpPr>
        <p:spPr>
          <a:xfrm>
            <a:off x="778093" y="6213070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111B3D6-08F7-9D46-8DC0-17477624FBF7}"/>
              </a:ext>
            </a:extLst>
          </p:cNvPr>
          <p:cNvSpPr/>
          <p:nvPr/>
        </p:nvSpPr>
        <p:spPr>
          <a:xfrm>
            <a:off x="909425" y="6003511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F0349C-E5FD-B041-814E-10850AC1AD97}"/>
              </a:ext>
            </a:extLst>
          </p:cNvPr>
          <p:cNvSpPr/>
          <p:nvPr/>
        </p:nvSpPr>
        <p:spPr>
          <a:xfrm>
            <a:off x="1130113" y="610671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E8E377-B102-6D41-B7B2-D1ED204F8B92}"/>
              </a:ext>
            </a:extLst>
          </p:cNvPr>
          <p:cNvSpPr/>
          <p:nvPr/>
        </p:nvSpPr>
        <p:spPr>
          <a:xfrm>
            <a:off x="986218" y="6429183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2C6120-B8C1-AC45-A362-6B45971E8354}"/>
              </a:ext>
            </a:extLst>
          </p:cNvPr>
          <p:cNvSpPr/>
          <p:nvPr/>
        </p:nvSpPr>
        <p:spPr>
          <a:xfrm>
            <a:off x="1160908" y="630276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37CDD5-68F1-5642-A3BF-36D948D6CC3D}"/>
              </a:ext>
            </a:extLst>
          </p:cNvPr>
          <p:cNvSpPr/>
          <p:nvPr/>
        </p:nvSpPr>
        <p:spPr>
          <a:xfrm>
            <a:off x="1703035" y="3516851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B65D67F-0FCF-CD40-9CE9-FF45AA3AF544}"/>
              </a:ext>
            </a:extLst>
          </p:cNvPr>
          <p:cNvSpPr/>
          <p:nvPr/>
        </p:nvSpPr>
        <p:spPr>
          <a:xfrm>
            <a:off x="1883527" y="392311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732E0E-19EA-684F-B7CD-CE079C20693C}"/>
              </a:ext>
            </a:extLst>
          </p:cNvPr>
          <p:cNvSpPr/>
          <p:nvPr/>
        </p:nvSpPr>
        <p:spPr>
          <a:xfrm>
            <a:off x="2265791" y="3735106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21C9CB-F771-974A-B76B-4999822E1948}"/>
              </a:ext>
            </a:extLst>
          </p:cNvPr>
          <p:cNvSpPr/>
          <p:nvPr/>
        </p:nvSpPr>
        <p:spPr>
          <a:xfrm>
            <a:off x="2603650" y="395717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3C20B1-1D94-9845-9BFB-192466BC479F}"/>
              </a:ext>
            </a:extLst>
          </p:cNvPr>
          <p:cNvSpPr/>
          <p:nvPr/>
        </p:nvSpPr>
        <p:spPr>
          <a:xfrm>
            <a:off x="2556076" y="291859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006D89-B48B-5341-9107-4DB3BC15C2FC}"/>
              </a:ext>
            </a:extLst>
          </p:cNvPr>
          <p:cNvSpPr/>
          <p:nvPr/>
        </p:nvSpPr>
        <p:spPr>
          <a:xfrm>
            <a:off x="2541539" y="2401119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B54F376-8F71-A84D-8C1A-2DEB6A27237E}"/>
              </a:ext>
            </a:extLst>
          </p:cNvPr>
          <p:cNvSpPr/>
          <p:nvPr/>
        </p:nvSpPr>
        <p:spPr>
          <a:xfrm>
            <a:off x="2650979" y="2159864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59AA783-BEDF-CB4A-A0C4-E7B73CE031CE}"/>
              </a:ext>
            </a:extLst>
          </p:cNvPr>
          <p:cNvSpPr/>
          <p:nvPr/>
        </p:nvSpPr>
        <p:spPr>
          <a:xfrm>
            <a:off x="2972715" y="2044880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A8E414-8B67-1C42-872A-0BFB77558D77}"/>
              </a:ext>
            </a:extLst>
          </p:cNvPr>
          <p:cNvSpPr/>
          <p:nvPr/>
        </p:nvSpPr>
        <p:spPr>
          <a:xfrm>
            <a:off x="2887058" y="253736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0115A8-ED3B-4A42-B5DB-CB5209FF304D}"/>
              </a:ext>
            </a:extLst>
          </p:cNvPr>
          <p:cNvSpPr/>
          <p:nvPr/>
        </p:nvSpPr>
        <p:spPr>
          <a:xfrm>
            <a:off x="3209405" y="237412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B6FCF07-7976-2B4A-8004-94EE1CDD4ED9}"/>
              </a:ext>
            </a:extLst>
          </p:cNvPr>
          <p:cNvSpPr/>
          <p:nvPr/>
        </p:nvSpPr>
        <p:spPr>
          <a:xfrm>
            <a:off x="3340737" y="2100867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C2E5F0-A58B-B047-813B-BD84C5A6CA87}"/>
              </a:ext>
            </a:extLst>
          </p:cNvPr>
          <p:cNvSpPr/>
          <p:nvPr/>
        </p:nvSpPr>
        <p:spPr>
          <a:xfrm>
            <a:off x="3610389" y="2334128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64D25F4-6DA8-0448-A817-E147BE9F631A}"/>
              </a:ext>
            </a:extLst>
          </p:cNvPr>
          <p:cNvSpPr/>
          <p:nvPr/>
        </p:nvSpPr>
        <p:spPr>
          <a:xfrm>
            <a:off x="3279780" y="276516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02EC2A5-18F9-0148-A21D-FE3EAF4DFB8B}"/>
              </a:ext>
            </a:extLst>
          </p:cNvPr>
          <p:cNvSpPr/>
          <p:nvPr/>
        </p:nvSpPr>
        <p:spPr>
          <a:xfrm>
            <a:off x="3621791" y="263418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DD4759-5F5E-1046-8266-2641B42C44AA}"/>
              </a:ext>
            </a:extLst>
          </p:cNvPr>
          <p:cNvSpPr/>
          <p:nvPr/>
        </p:nvSpPr>
        <p:spPr>
          <a:xfrm>
            <a:off x="3047414" y="4546740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B697E7-2E05-CC42-BB3D-9A1F8502E44C}"/>
              </a:ext>
            </a:extLst>
          </p:cNvPr>
          <p:cNvSpPr/>
          <p:nvPr/>
        </p:nvSpPr>
        <p:spPr>
          <a:xfrm>
            <a:off x="3415134" y="4247967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A747E54-C864-6247-AB2F-A46B1B950DE0}"/>
              </a:ext>
            </a:extLst>
          </p:cNvPr>
          <p:cNvSpPr/>
          <p:nvPr/>
        </p:nvSpPr>
        <p:spPr>
          <a:xfrm>
            <a:off x="3951668" y="414907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C01BE7-1CF8-A04E-AEC3-0B27817A58BD}"/>
              </a:ext>
            </a:extLst>
          </p:cNvPr>
          <p:cNvSpPr/>
          <p:nvPr/>
        </p:nvSpPr>
        <p:spPr>
          <a:xfrm>
            <a:off x="4545886" y="4278836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7654D7C-6D0F-8047-AE77-E3DF2487DE05}"/>
              </a:ext>
            </a:extLst>
          </p:cNvPr>
          <p:cNvSpPr/>
          <p:nvPr/>
        </p:nvSpPr>
        <p:spPr>
          <a:xfrm>
            <a:off x="3501435" y="456516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6B0458-D532-534B-9CBE-12A64FFB13BE}"/>
              </a:ext>
            </a:extLst>
          </p:cNvPr>
          <p:cNvSpPr/>
          <p:nvPr/>
        </p:nvSpPr>
        <p:spPr>
          <a:xfrm>
            <a:off x="3523028" y="5031939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34DA336-70C8-9F4B-8BD7-2F2F91C817E1}"/>
              </a:ext>
            </a:extLst>
          </p:cNvPr>
          <p:cNvSpPr/>
          <p:nvPr/>
        </p:nvSpPr>
        <p:spPr>
          <a:xfrm>
            <a:off x="3310079" y="5714653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AFA7D1D-A13E-A04A-AA5C-240FABFD7908}"/>
              </a:ext>
            </a:extLst>
          </p:cNvPr>
          <p:cNvSpPr/>
          <p:nvPr/>
        </p:nvSpPr>
        <p:spPr>
          <a:xfrm>
            <a:off x="3983542" y="582960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D467654-797B-174C-92C3-987E5356CD0D}"/>
              </a:ext>
            </a:extLst>
          </p:cNvPr>
          <p:cNvSpPr/>
          <p:nvPr/>
        </p:nvSpPr>
        <p:spPr>
          <a:xfrm>
            <a:off x="4615619" y="569594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2CBA704-A809-054A-A996-B3C90D3AD8A0}"/>
              </a:ext>
            </a:extLst>
          </p:cNvPr>
          <p:cNvSpPr/>
          <p:nvPr/>
        </p:nvSpPr>
        <p:spPr>
          <a:xfrm>
            <a:off x="4122505" y="451140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3E0DA57-1BC5-2F49-A343-61879088F2E7}"/>
              </a:ext>
            </a:extLst>
          </p:cNvPr>
          <p:cNvSpPr/>
          <p:nvPr/>
        </p:nvSpPr>
        <p:spPr>
          <a:xfrm>
            <a:off x="4324568" y="502753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F31C0E7-42DB-6D4B-965A-C14F8F2706BD}"/>
              </a:ext>
            </a:extLst>
          </p:cNvPr>
          <p:cNvSpPr/>
          <p:nvPr/>
        </p:nvSpPr>
        <p:spPr>
          <a:xfrm>
            <a:off x="4711296" y="4591104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10301F-5A4E-0F49-9F03-B776C17C0232}"/>
              </a:ext>
            </a:extLst>
          </p:cNvPr>
          <p:cNvSpPr/>
          <p:nvPr/>
        </p:nvSpPr>
        <p:spPr>
          <a:xfrm>
            <a:off x="5051163" y="344414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1538229-3BE1-6044-850A-042B111AF0A5}"/>
              </a:ext>
            </a:extLst>
          </p:cNvPr>
          <p:cNvSpPr/>
          <p:nvPr/>
        </p:nvSpPr>
        <p:spPr>
          <a:xfrm>
            <a:off x="5313828" y="379669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A983A01-0094-1640-A5D9-75591645985A}"/>
              </a:ext>
            </a:extLst>
          </p:cNvPr>
          <p:cNvSpPr/>
          <p:nvPr/>
        </p:nvSpPr>
        <p:spPr>
          <a:xfrm>
            <a:off x="5187050" y="296293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71BE844-BB67-7A4C-8A54-A339AAB9E2FD}"/>
              </a:ext>
            </a:extLst>
          </p:cNvPr>
          <p:cNvSpPr/>
          <p:nvPr/>
        </p:nvSpPr>
        <p:spPr>
          <a:xfrm>
            <a:off x="5424427" y="33154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97ADB7C-48E9-D14E-AA79-CD262393994E}"/>
              </a:ext>
            </a:extLst>
          </p:cNvPr>
          <p:cNvSpPr/>
          <p:nvPr/>
        </p:nvSpPr>
        <p:spPr>
          <a:xfrm>
            <a:off x="5576493" y="2836521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277740-F24C-1742-99D1-82A7438B5447}"/>
              </a:ext>
            </a:extLst>
          </p:cNvPr>
          <p:cNvSpPr/>
          <p:nvPr/>
        </p:nvSpPr>
        <p:spPr>
          <a:xfrm>
            <a:off x="6447622" y="253587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69CD055-1FFA-A84E-AB95-44354E87AB86}"/>
              </a:ext>
            </a:extLst>
          </p:cNvPr>
          <p:cNvSpPr/>
          <p:nvPr/>
        </p:nvSpPr>
        <p:spPr>
          <a:xfrm>
            <a:off x="6860008" y="2877179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2C03445-F513-BD46-86FD-B611F1F4DDC6}"/>
              </a:ext>
            </a:extLst>
          </p:cNvPr>
          <p:cNvSpPr/>
          <p:nvPr/>
        </p:nvSpPr>
        <p:spPr>
          <a:xfrm>
            <a:off x="6133979" y="369697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ACD302A-44F9-4F43-AB97-45C2DB86AAAD}"/>
              </a:ext>
            </a:extLst>
          </p:cNvPr>
          <p:cNvSpPr/>
          <p:nvPr/>
        </p:nvSpPr>
        <p:spPr>
          <a:xfrm>
            <a:off x="6188391" y="33756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B650154-84E6-2F42-BA06-627DB7FE060A}"/>
              </a:ext>
            </a:extLst>
          </p:cNvPr>
          <p:cNvSpPr/>
          <p:nvPr/>
        </p:nvSpPr>
        <p:spPr>
          <a:xfrm>
            <a:off x="5860281" y="4560662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C7C960-F40A-AE4E-8C06-B2B3C8FC6C06}"/>
              </a:ext>
            </a:extLst>
          </p:cNvPr>
          <p:cNvSpPr/>
          <p:nvPr/>
        </p:nvSpPr>
        <p:spPr>
          <a:xfrm>
            <a:off x="6374980" y="451846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F79696-FEB7-5A4F-A7D4-C2A082D62ED6}"/>
              </a:ext>
            </a:extLst>
          </p:cNvPr>
          <p:cNvSpPr/>
          <p:nvPr/>
        </p:nvSpPr>
        <p:spPr>
          <a:xfrm>
            <a:off x="6912259" y="407038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918F201-C2B6-7B4B-9E33-15CE26770AE4}"/>
              </a:ext>
            </a:extLst>
          </p:cNvPr>
          <p:cNvSpPr/>
          <p:nvPr/>
        </p:nvSpPr>
        <p:spPr>
          <a:xfrm>
            <a:off x="7056933" y="3570560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CE71E8-6B1D-F348-9E3F-CED2EC898078}"/>
              </a:ext>
            </a:extLst>
          </p:cNvPr>
          <p:cNvSpPr/>
          <p:nvPr/>
        </p:nvSpPr>
        <p:spPr>
          <a:xfrm>
            <a:off x="8311967" y="1538007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38A6895-8F00-5B4A-A3CA-A6BCBAF5F47C}"/>
              </a:ext>
            </a:extLst>
          </p:cNvPr>
          <p:cNvSpPr/>
          <p:nvPr/>
        </p:nvSpPr>
        <p:spPr>
          <a:xfrm>
            <a:off x="8059134" y="198662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244E2C0-348C-3646-957D-99E7C1A2C73A}"/>
              </a:ext>
            </a:extLst>
          </p:cNvPr>
          <p:cNvSpPr/>
          <p:nvPr/>
        </p:nvSpPr>
        <p:spPr>
          <a:xfrm>
            <a:off x="7975323" y="25518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B1DBDD2-F764-594F-A89B-321800FF0DF2}"/>
              </a:ext>
            </a:extLst>
          </p:cNvPr>
          <p:cNvSpPr/>
          <p:nvPr/>
        </p:nvSpPr>
        <p:spPr>
          <a:xfrm>
            <a:off x="8116487" y="3089350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678A4A8-24BE-F34F-8D54-29DB51D876F7}"/>
              </a:ext>
            </a:extLst>
          </p:cNvPr>
          <p:cNvSpPr/>
          <p:nvPr/>
        </p:nvSpPr>
        <p:spPr>
          <a:xfrm>
            <a:off x="8392407" y="346981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EF9ABFA-A2ED-7448-97FC-C6D9FD07A365}"/>
              </a:ext>
            </a:extLst>
          </p:cNvPr>
          <p:cNvSpPr/>
          <p:nvPr/>
        </p:nvSpPr>
        <p:spPr>
          <a:xfrm>
            <a:off x="8994823" y="312667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B6D6EC-5263-5242-B36C-23DBE44971BA}"/>
              </a:ext>
            </a:extLst>
          </p:cNvPr>
          <p:cNvSpPr/>
          <p:nvPr/>
        </p:nvSpPr>
        <p:spPr>
          <a:xfrm>
            <a:off x="9146889" y="2679522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FE88ADE-E99E-C642-9622-878772CD1646}"/>
              </a:ext>
            </a:extLst>
          </p:cNvPr>
          <p:cNvSpPr/>
          <p:nvPr/>
        </p:nvSpPr>
        <p:spPr>
          <a:xfrm>
            <a:off x="9146766" y="2089449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C3E8754-8FAF-C74B-83FC-4C8740E14A2E}"/>
              </a:ext>
            </a:extLst>
          </p:cNvPr>
          <p:cNvSpPr/>
          <p:nvPr/>
        </p:nvSpPr>
        <p:spPr>
          <a:xfrm>
            <a:off x="8924872" y="17870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CA9C06A-4B37-DC4F-B74A-E7BDCFFAF670}"/>
              </a:ext>
            </a:extLst>
          </p:cNvPr>
          <p:cNvSpPr/>
          <p:nvPr/>
        </p:nvSpPr>
        <p:spPr>
          <a:xfrm>
            <a:off x="9641523" y="138996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76C1CCD-7CD3-2647-9FEE-8B5086DE5A03}"/>
              </a:ext>
            </a:extLst>
          </p:cNvPr>
          <p:cNvSpPr/>
          <p:nvPr/>
        </p:nvSpPr>
        <p:spPr>
          <a:xfrm>
            <a:off x="9914020" y="179692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CF5C613-51CA-7645-8184-77B8082EFC23}"/>
              </a:ext>
            </a:extLst>
          </p:cNvPr>
          <p:cNvSpPr/>
          <p:nvPr/>
        </p:nvSpPr>
        <p:spPr>
          <a:xfrm>
            <a:off x="10065108" y="2322248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527F016-113F-864E-83E2-883681071063}"/>
              </a:ext>
            </a:extLst>
          </p:cNvPr>
          <p:cNvSpPr/>
          <p:nvPr/>
        </p:nvSpPr>
        <p:spPr>
          <a:xfrm>
            <a:off x="9930610" y="286723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C1E33EF-4BA7-1240-A49C-A4104B54B461}"/>
              </a:ext>
            </a:extLst>
          </p:cNvPr>
          <p:cNvSpPr/>
          <p:nvPr/>
        </p:nvSpPr>
        <p:spPr>
          <a:xfrm>
            <a:off x="9722299" y="3343401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19D4A07-F304-EE4E-85D2-D20DB2AAA4E8}"/>
              </a:ext>
            </a:extLst>
          </p:cNvPr>
          <p:cNvSpPr/>
          <p:nvPr/>
        </p:nvSpPr>
        <p:spPr>
          <a:xfrm>
            <a:off x="7714552" y="4336775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20C7D0D-0845-D94D-9F02-688E2B5CC4A8}"/>
              </a:ext>
            </a:extLst>
          </p:cNvPr>
          <p:cNvSpPr/>
          <p:nvPr/>
        </p:nvSpPr>
        <p:spPr>
          <a:xfrm>
            <a:off x="8180634" y="412155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5873FF1-8BC2-B247-B741-1E0174CFDFF8}"/>
              </a:ext>
            </a:extLst>
          </p:cNvPr>
          <p:cNvSpPr/>
          <p:nvPr/>
        </p:nvSpPr>
        <p:spPr>
          <a:xfrm>
            <a:off x="9385790" y="4312336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9D6224F-BBAF-5A4E-9931-DD2CC9FD6AB1}"/>
              </a:ext>
            </a:extLst>
          </p:cNvPr>
          <p:cNvSpPr/>
          <p:nvPr/>
        </p:nvSpPr>
        <p:spPr>
          <a:xfrm>
            <a:off x="9517122" y="4934529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2F9B554-3180-734C-8A42-3651DE002D22}"/>
              </a:ext>
            </a:extLst>
          </p:cNvPr>
          <p:cNvSpPr/>
          <p:nvPr/>
        </p:nvSpPr>
        <p:spPr>
          <a:xfrm>
            <a:off x="7968383" y="5018617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363445-2F67-C842-A30B-E89C676FC894}"/>
              </a:ext>
            </a:extLst>
          </p:cNvPr>
          <p:cNvSpPr/>
          <p:nvPr/>
        </p:nvSpPr>
        <p:spPr>
          <a:xfrm>
            <a:off x="7796109" y="559511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43EFC9-B95C-BD46-A721-E338B7AA515C}"/>
              </a:ext>
            </a:extLst>
          </p:cNvPr>
          <p:cNvSpPr/>
          <p:nvPr/>
        </p:nvSpPr>
        <p:spPr>
          <a:xfrm>
            <a:off x="8096356" y="591568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ED45507-7AA4-6A4A-998D-7DFFE484EA9D}"/>
              </a:ext>
            </a:extLst>
          </p:cNvPr>
          <p:cNvSpPr/>
          <p:nvPr/>
        </p:nvSpPr>
        <p:spPr>
          <a:xfrm>
            <a:off x="8445986" y="572114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8D94B37-2963-C24F-80AF-C9D7B138E4BE}"/>
              </a:ext>
            </a:extLst>
          </p:cNvPr>
          <p:cNvSpPr/>
          <p:nvPr/>
        </p:nvSpPr>
        <p:spPr>
          <a:xfrm>
            <a:off x="9923851" y="491095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7A9AE60-B67C-5941-8E35-CBC7536E7A39}"/>
              </a:ext>
            </a:extLst>
          </p:cNvPr>
          <p:cNvSpPr/>
          <p:nvPr/>
        </p:nvSpPr>
        <p:spPr>
          <a:xfrm>
            <a:off x="10617469" y="429531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4EC6AC-E039-8B4B-B167-25641D185D9C}"/>
              </a:ext>
            </a:extLst>
          </p:cNvPr>
          <p:cNvSpPr/>
          <p:nvPr/>
        </p:nvSpPr>
        <p:spPr>
          <a:xfrm>
            <a:off x="10615273" y="473718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9D82B51-F25F-CA4D-B2DB-841F470BE33A}"/>
              </a:ext>
            </a:extLst>
          </p:cNvPr>
          <p:cNvSpPr/>
          <p:nvPr/>
        </p:nvSpPr>
        <p:spPr>
          <a:xfrm>
            <a:off x="10987843" y="427965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8E397A9-C2EE-9043-9C47-48054443C616}"/>
              </a:ext>
            </a:extLst>
          </p:cNvPr>
          <p:cNvSpPr/>
          <p:nvPr/>
        </p:nvSpPr>
        <p:spPr>
          <a:xfrm>
            <a:off x="11367872" y="437438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A23DBEC-3BCD-9146-959B-1B41B3B0193F}"/>
              </a:ext>
            </a:extLst>
          </p:cNvPr>
          <p:cNvSpPr/>
          <p:nvPr/>
        </p:nvSpPr>
        <p:spPr>
          <a:xfrm>
            <a:off x="11443740" y="469364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E913836-2896-524C-B530-A6549290F4EF}"/>
              </a:ext>
            </a:extLst>
          </p:cNvPr>
          <p:cNvSpPr/>
          <p:nvPr/>
        </p:nvSpPr>
        <p:spPr>
          <a:xfrm>
            <a:off x="11010771" y="505576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04AD14-38E1-F445-85DD-06DA2B8BCFC7}"/>
              </a:ext>
            </a:extLst>
          </p:cNvPr>
          <p:cNvSpPr/>
          <p:nvPr/>
        </p:nvSpPr>
        <p:spPr>
          <a:xfrm>
            <a:off x="9401896" y="579827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50DB05E-8486-E34E-8FB1-12417CB9AF87}"/>
              </a:ext>
            </a:extLst>
          </p:cNvPr>
          <p:cNvSpPr/>
          <p:nvPr/>
        </p:nvSpPr>
        <p:spPr>
          <a:xfrm>
            <a:off x="9377054" y="617635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FB6F363-3B94-E241-841B-7B527FC36FB9}"/>
              </a:ext>
            </a:extLst>
          </p:cNvPr>
          <p:cNvSpPr/>
          <p:nvPr/>
        </p:nvSpPr>
        <p:spPr>
          <a:xfrm>
            <a:off x="9792518" y="600993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CAC04C0-359F-E24F-9AB1-08037E4AFE1F}"/>
              </a:ext>
            </a:extLst>
          </p:cNvPr>
          <p:cNvSpPr/>
          <p:nvPr/>
        </p:nvSpPr>
        <p:spPr>
          <a:xfrm>
            <a:off x="10347437" y="57408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423A7BC-B3F1-FD44-81D9-6CE42979DDA4}"/>
              </a:ext>
            </a:extLst>
          </p:cNvPr>
          <p:cNvSpPr/>
          <p:nvPr/>
        </p:nvSpPr>
        <p:spPr>
          <a:xfrm>
            <a:off x="9722299" y="643519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DD07153-4133-E644-AC22-A55B9EB8034F}"/>
              </a:ext>
            </a:extLst>
          </p:cNvPr>
          <p:cNvSpPr/>
          <p:nvPr/>
        </p:nvSpPr>
        <p:spPr>
          <a:xfrm>
            <a:off x="10126204" y="63751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EE2B76B-536D-924A-A6C6-816CDEEC4A10}"/>
              </a:ext>
            </a:extLst>
          </p:cNvPr>
          <p:cNvSpPr/>
          <p:nvPr/>
        </p:nvSpPr>
        <p:spPr>
          <a:xfrm>
            <a:off x="11518868" y="567186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85A0DBF-3924-A74A-82F9-39A0E79621C6}"/>
              </a:ext>
            </a:extLst>
          </p:cNvPr>
          <p:cNvSpPr/>
          <p:nvPr/>
        </p:nvSpPr>
        <p:spPr>
          <a:xfrm>
            <a:off x="11240676" y="5948775"/>
            <a:ext cx="262665" cy="297734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6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1A6503-1B0A-864A-A88C-322AB67B1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8" b="100000" l="0" r="100000">
                        <a14:foregroundMark x1="10452" y1="80570" x2="11856" y2="68174"/>
                        <a14:foregroundMark x1="15757" y1="67002" x2="52418" y2="50251"/>
                        <a14:foregroundMark x1="30733" y1="34841" x2="43370" y2="56114"/>
                        <a14:foregroundMark x1="32917" y1="33333" x2="54914" y2="27638"/>
                        <a14:foregroundMark x1="54914" y1="27303" x2="54914" y2="6700"/>
                        <a14:foregroundMark x1="54914" y1="7035" x2="70671" y2="8208"/>
                        <a14:foregroundMark x1="72075" y1="8878" x2="81747" y2="13400"/>
                        <a14:foregroundMark x1="82215" y1="13400" x2="85335" y2="26131"/>
                        <a14:foregroundMark x1="85335" y1="26131" x2="68955" y2="38861"/>
                        <a14:foregroundMark x1="68955" y1="38861" x2="90172" y2="63317"/>
                        <a14:foregroundMark x1="89860" y1="63652" x2="76911" y2="75377"/>
                        <a14:foregroundMark x1="76911" y1="74874" x2="41342" y2="62982"/>
                        <a14:foregroundMark x1="44774" y1="66332" x2="38534" y2="89615"/>
                        <a14:foregroundMark x1="23089" y1="91457" x2="27301" y2="73032"/>
                        <a14:foregroundMark x1="13261" y1="79899" x2="27925" y2="64824"/>
                        <a14:foregroundMark x1="19189" y1="81742" x2="35257" y2="87270"/>
                        <a14:foregroundMark x1="34945" y1="84255" x2="41342" y2="58794"/>
                        <a14:foregroundMark x1="29017" y1="69682" x2="29017" y2="69682"/>
                        <a14:foregroundMark x1="31825" y1="75712" x2="31825" y2="75712"/>
                        <a14:foregroundMark x1="16849" y1="83585" x2="16849" y2="83585"/>
                        <a14:foregroundMark x1="17785" y1="86265" x2="17785" y2="86265"/>
                        <a14:foregroundMark x1="29017" y1="87772" x2="29017" y2="87772"/>
                        <a14:foregroundMark x1="43370" y1="59129" x2="82527" y2="63317"/>
                        <a14:foregroundMark x1="58814" y1="38526" x2="67551" y2="71189"/>
                        <a14:foregroundMark x1="67083" y1="47906" x2="67083" y2="47906"/>
                        <a14:foregroundMark x1="66771" y1="47571" x2="79407" y2="55779"/>
                        <a14:foregroundMark x1="79095" y1="67504" x2="69267" y2="67504"/>
                        <a14:foregroundMark x1="39158" y1="38526" x2="55538" y2="41206"/>
                        <a14:foregroundMark x1="55226" y1="33668" x2="76599" y2="20101"/>
                        <a14:foregroundMark x1="60530" y1="16750" x2="60530" y2="34841"/>
                        <a14:foregroundMark x1="61934" y1="15243" x2="75819" y2="30988"/>
                        <a14:foregroundMark x1="73011" y1="16415" x2="73011" y2="16415"/>
                        <a14:foregroundMark x1="61622" y1="13065" x2="54914" y2="224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82373" y="4171553"/>
            <a:ext cx="2813112" cy="2620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D2F8E-364D-5F47-A3D6-48FCBDC1C3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5745" l="0" r="92627">
                        <a14:foregroundMark x1="26114" y1="56792" x2="47773" y2="67430"/>
                        <a14:foregroundMark x1="19508" y1="67921" x2="25806" y2="85925"/>
                        <a14:foregroundMark x1="38863" y1="84288" x2="38863" y2="65794"/>
                        <a14:foregroundMark x1="38863" y1="54337" x2="46544" y2="50573"/>
                        <a14:foregroundMark x1="43164" y1="55483" x2="43164" y2="55483"/>
                        <a14:foregroundMark x1="11521" y1="75777" x2="19508" y2="79869"/>
                        <a14:foregroundMark x1="40860" y1="33388" x2="47005" y2="29624"/>
                        <a14:foregroundMark x1="42704" y1="37807" x2="42704" y2="37807"/>
                        <a14:foregroundMark x1="56989" y1="34534" x2="56682" y2="42390"/>
                        <a14:foregroundMark x1="60061" y1="39935" x2="61290" y2="15548"/>
                      </a14:backgroundRemoval>
                    </a14:imgEffect>
                  </a14:imgLayer>
                </a14:imgProps>
              </a:ext>
            </a:extLst>
          </a:blip>
          <a:srcRect t="412" r="6991" b="4596"/>
          <a:stretch/>
        </p:blipFill>
        <p:spPr>
          <a:xfrm>
            <a:off x="1625844" y="1986624"/>
            <a:ext cx="2367699" cy="226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CB28A3-7114-C14B-9BF6-D6C04A165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875" r="100000">
                        <a14:foregroundMark x1="47288" y1="47690" x2="77608" y2="37129"/>
                        <a14:foregroundMark x1="51599" y1="48845" x2="80668" y2="46535"/>
                        <a14:foregroundMark x1="38387" y1="59406" x2="36161" y2="67987"/>
                        <a14:foregroundMark x1="42976" y1="60891" x2="44367" y2="70297"/>
                        <a14:foregroundMark x1="36439" y1="28053" x2="41725" y2="34323"/>
                        <a14:foregroundMark x1="31850" y1="33993" x2="36718" y2="38284"/>
                        <a14:foregroundMark x1="80946" y1="39439" x2="73713" y2="465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1961" y="4348654"/>
            <a:ext cx="2980702" cy="2512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0CF0F9-E11C-6F4B-840F-DF02AF2568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1585" y="1370828"/>
            <a:ext cx="2827344" cy="2512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035989-D4DC-734A-AF90-928C720B3F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17279" y1="38625" x2="25986" y2="26514"/>
                        <a14:foregroundMark x1="28980" y1="28151" x2="45170" y2="35188"/>
                        <a14:foregroundMark x1="34830" y1="37480" x2="34830" y2="37480"/>
                        <a14:foregroundMark x1="21769" y1="37152" x2="21769" y2="37152"/>
                        <a14:foregroundMark x1="20544" y1="51882" x2="40680" y2="54337"/>
                        <a14:foregroundMark x1="32517" y1="44190" x2="35782" y2="51227"/>
                        <a14:foregroundMark x1="43946" y1="40589" x2="43946" y2="40589"/>
                        <a14:foregroundMark x1="51973" y1="33879" x2="67347" y2="17840"/>
                        <a14:foregroundMark x1="59456" y1="40262" x2="63810" y2="31588"/>
                        <a14:foregroundMark x1="54694" y1="50409" x2="68571" y2="48445"/>
                        <a14:foregroundMark x1="60544" y1="57447" x2="77143" y2="57119"/>
                        <a14:foregroundMark x1="44898" y1="66121" x2="54694" y2="64484"/>
                        <a14:foregroundMark x1="48435" y1="75777" x2="50748" y2="867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0027" y="2450683"/>
            <a:ext cx="3022099" cy="2512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13D78-BB84-F545-8F83-BD9B6C3699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9485" l="0" r="100000">
                        <a14:foregroundMark x1="20189" y1="29381" x2="28864" y2="40893"/>
                        <a14:foregroundMark x1="33912" y1="35395" x2="33912" y2="35395"/>
                        <a14:foregroundMark x1="56940" y1="33849" x2="71609" y2="31443"/>
                        <a14:foregroundMark x1="70662" y1="41409" x2="80915" y2="33333"/>
                        <a14:foregroundMark x1="38170" y1="53436" x2="71136" y2="63918"/>
                        <a14:foregroundMark x1="29811" y1="68900" x2="43218" y2="86426"/>
                        <a14:foregroundMark x1="68454" y1="80412" x2="68454" y2="804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9457" y="4171553"/>
            <a:ext cx="2140342" cy="1964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1A996D-04EB-1F42-BD03-8E431BB6CC3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294" b="96926" l="9599" r="95989">
                        <a14:foregroundMark x1="26218" y1="19741" x2="43410" y2="33981"/>
                        <a14:foregroundMark x1="23066" y1="31392" x2="46848" y2="60356"/>
                        <a14:foregroundMark x1="25358" y1="67314" x2="41547" y2="79450"/>
                        <a14:foregroundMark x1="34957" y1="37864" x2="34957" y2="37864"/>
                        <a14:foregroundMark x1="37966" y1="39644" x2="40688" y2="43042"/>
                        <a14:foregroundMark x1="48424" y1="57767" x2="41547" y2="74272"/>
                        <a14:foregroundMark x1="24642" y1="64239" x2="34241" y2="60032"/>
                        <a14:foregroundMark x1="27650" y1="78964" x2="37249" y2="78964"/>
                        <a14:foregroundMark x1="59885" y1="43042" x2="83954" y2="30097"/>
                      </a14:backgroundRemoval>
                    </a14:imgEffect>
                  </a14:imgLayer>
                </a14:imgProps>
              </a:ext>
            </a:extLst>
          </a:blip>
          <a:srcRect t="1" r="-243" b="450"/>
          <a:stretch/>
        </p:blipFill>
        <p:spPr>
          <a:xfrm>
            <a:off x="7342353" y="4055401"/>
            <a:ext cx="2571667" cy="22611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A95B85C-2AFF-CB4A-9A13-EFCFC41565F7}"/>
              </a:ext>
            </a:extLst>
          </p:cNvPr>
          <p:cNvSpPr/>
          <p:nvPr/>
        </p:nvSpPr>
        <p:spPr>
          <a:xfrm>
            <a:off x="981628" y="5409685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D54830-0D0A-CF40-AF7C-FD078C96E7DC}"/>
              </a:ext>
            </a:extLst>
          </p:cNvPr>
          <p:cNvSpPr/>
          <p:nvPr/>
        </p:nvSpPr>
        <p:spPr>
          <a:xfrm>
            <a:off x="2817924" y="301799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10AFE2-713D-5F46-AC5A-1260DCEA87DE}"/>
              </a:ext>
            </a:extLst>
          </p:cNvPr>
          <p:cNvSpPr/>
          <p:nvPr/>
        </p:nvSpPr>
        <p:spPr>
          <a:xfrm>
            <a:off x="3930018" y="496616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A19F07-F615-4542-A2A6-56E66AF96ACE}"/>
              </a:ext>
            </a:extLst>
          </p:cNvPr>
          <p:cNvSpPr/>
          <p:nvPr/>
        </p:nvSpPr>
        <p:spPr>
          <a:xfrm>
            <a:off x="5971980" y="3497187"/>
            <a:ext cx="261672" cy="262660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89E913-17E0-434C-AFD3-DAA71EA2DEF3}"/>
              </a:ext>
            </a:extLst>
          </p:cNvPr>
          <p:cNvSpPr/>
          <p:nvPr/>
        </p:nvSpPr>
        <p:spPr>
          <a:xfrm>
            <a:off x="8861151" y="2431476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402D13-1789-C145-B47A-2166E68C8676}"/>
              </a:ext>
            </a:extLst>
          </p:cNvPr>
          <p:cNvSpPr/>
          <p:nvPr/>
        </p:nvSpPr>
        <p:spPr>
          <a:xfrm>
            <a:off x="8541442" y="4926411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B91F893-EE63-A642-B74C-EB7F2C16DDA5}"/>
              </a:ext>
            </a:extLst>
          </p:cNvPr>
          <p:cNvSpPr/>
          <p:nvPr/>
        </p:nvSpPr>
        <p:spPr>
          <a:xfrm>
            <a:off x="10487079" y="5347393"/>
            <a:ext cx="253475" cy="306866"/>
          </a:xfrm>
          <a:prstGeom prst="ellipse">
            <a:avLst/>
          </a:prstGeom>
          <a:solidFill>
            <a:srgbClr val="2DB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06E4DB-0AE4-A545-AE4A-3484C293AD6F}"/>
              </a:ext>
            </a:extLst>
          </p:cNvPr>
          <p:cNvSpPr/>
          <p:nvPr/>
        </p:nvSpPr>
        <p:spPr>
          <a:xfrm>
            <a:off x="2014860" y="501861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92D2B2-D984-BF4C-89F5-DF693DAC3D80}"/>
              </a:ext>
            </a:extLst>
          </p:cNvPr>
          <p:cNvSpPr/>
          <p:nvPr/>
        </p:nvSpPr>
        <p:spPr>
          <a:xfrm>
            <a:off x="2295076" y="5210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FFF79-C3F8-484A-918C-0453F99356E1}"/>
              </a:ext>
            </a:extLst>
          </p:cNvPr>
          <p:cNvSpPr/>
          <p:nvPr/>
        </p:nvSpPr>
        <p:spPr>
          <a:xfrm>
            <a:off x="2125467" y="550082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8AC8E0-A032-924F-8C7B-52C955DD3527}"/>
              </a:ext>
            </a:extLst>
          </p:cNvPr>
          <p:cNvSpPr/>
          <p:nvPr/>
        </p:nvSpPr>
        <p:spPr>
          <a:xfrm>
            <a:off x="929656" y="4770141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5F5267-5126-A94F-AF9E-ACB6162F866F}"/>
              </a:ext>
            </a:extLst>
          </p:cNvPr>
          <p:cNvSpPr/>
          <p:nvPr/>
        </p:nvSpPr>
        <p:spPr>
          <a:xfrm>
            <a:off x="981628" y="448543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46031A-AD9F-E04B-88E9-B344C099B63E}"/>
              </a:ext>
            </a:extLst>
          </p:cNvPr>
          <p:cNvSpPr/>
          <p:nvPr/>
        </p:nvSpPr>
        <p:spPr>
          <a:xfrm>
            <a:off x="754870" y="4390793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053960-0E99-B848-8734-474CDF47D9D7}"/>
              </a:ext>
            </a:extLst>
          </p:cNvPr>
          <p:cNvSpPr/>
          <p:nvPr/>
        </p:nvSpPr>
        <p:spPr>
          <a:xfrm>
            <a:off x="437956" y="4437067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AF3442-809B-994F-A065-160ADA975073}"/>
              </a:ext>
            </a:extLst>
          </p:cNvPr>
          <p:cNvSpPr/>
          <p:nvPr/>
        </p:nvSpPr>
        <p:spPr>
          <a:xfrm>
            <a:off x="256312" y="46005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2DA8D5-A49D-224D-A357-0001D430F25C}"/>
              </a:ext>
            </a:extLst>
          </p:cNvPr>
          <p:cNvSpPr/>
          <p:nvPr/>
        </p:nvSpPr>
        <p:spPr>
          <a:xfrm>
            <a:off x="631684" y="4624345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023B44-3E8C-BC4D-BD08-104859D91218}"/>
              </a:ext>
            </a:extLst>
          </p:cNvPr>
          <p:cNvSpPr/>
          <p:nvPr/>
        </p:nvSpPr>
        <p:spPr>
          <a:xfrm>
            <a:off x="339136" y="4825624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E53614-EFCA-0C48-A78F-59B568415C10}"/>
              </a:ext>
            </a:extLst>
          </p:cNvPr>
          <p:cNvSpPr/>
          <p:nvPr/>
        </p:nvSpPr>
        <p:spPr>
          <a:xfrm>
            <a:off x="649440" y="4915456"/>
            <a:ext cx="285888" cy="32877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7FB88A-A5A5-0C47-A4D0-7F5D0547F3F3}"/>
              </a:ext>
            </a:extLst>
          </p:cNvPr>
          <p:cNvSpPr/>
          <p:nvPr/>
        </p:nvSpPr>
        <p:spPr>
          <a:xfrm>
            <a:off x="613705" y="600351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3BBF2B-BE60-8D40-B327-9A08E868D292}"/>
              </a:ext>
            </a:extLst>
          </p:cNvPr>
          <p:cNvSpPr/>
          <p:nvPr/>
        </p:nvSpPr>
        <p:spPr>
          <a:xfrm>
            <a:off x="418292" y="6149072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4493BB-4711-DD4D-966A-23E8299B7937}"/>
              </a:ext>
            </a:extLst>
          </p:cNvPr>
          <p:cNvSpPr/>
          <p:nvPr/>
        </p:nvSpPr>
        <p:spPr>
          <a:xfrm>
            <a:off x="511963" y="6355486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22EC69-8DF6-B94C-BE9B-31B1A3C46539}"/>
              </a:ext>
            </a:extLst>
          </p:cNvPr>
          <p:cNvSpPr/>
          <p:nvPr/>
        </p:nvSpPr>
        <p:spPr>
          <a:xfrm>
            <a:off x="734735" y="6462755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D78BD5C-1897-6247-90A5-801C4341F0BA}"/>
              </a:ext>
            </a:extLst>
          </p:cNvPr>
          <p:cNvSpPr/>
          <p:nvPr/>
        </p:nvSpPr>
        <p:spPr>
          <a:xfrm>
            <a:off x="778093" y="6213070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111B3D6-08F7-9D46-8DC0-17477624FBF7}"/>
              </a:ext>
            </a:extLst>
          </p:cNvPr>
          <p:cNvSpPr/>
          <p:nvPr/>
        </p:nvSpPr>
        <p:spPr>
          <a:xfrm>
            <a:off x="909425" y="6003511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F0349C-E5FD-B041-814E-10850AC1AD97}"/>
              </a:ext>
            </a:extLst>
          </p:cNvPr>
          <p:cNvSpPr/>
          <p:nvPr/>
        </p:nvSpPr>
        <p:spPr>
          <a:xfrm>
            <a:off x="1130113" y="610671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E8E377-B102-6D41-B7B2-D1ED204F8B92}"/>
              </a:ext>
            </a:extLst>
          </p:cNvPr>
          <p:cNvSpPr/>
          <p:nvPr/>
        </p:nvSpPr>
        <p:spPr>
          <a:xfrm>
            <a:off x="986218" y="6429183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2C6120-B8C1-AC45-A362-6B45971E8354}"/>
              </a:ext>
            </a:extLst>
          </p:cNvPr>
          <p:cNvSpPr/>
          <p:nvPr/>
        </p:nvSpPr>
        <p:spPr>
          <a:xfrm>
            <a:off x="1160908" y="6302768"/>
            <a:ext cx="262665" cy="2528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37CDD5-68F1-5642-A3BF-36D948D6CC3D}"/>
              </a:ext>
            </a:extLst>
          </p:cNvPr>
          <p:cNvSpPr/>
          <p:nvPr/>
        </p:nvSpPr>
        <p:spPr>
          <a:xfrm>
            <a:off x="1703035" y="3516851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B65D67F-0FCF-CD40-9CE9-FF45AA3AF544}"/>
              </a:ext>
            </a:extLst>
          </p:cNvPr>
          <p:cNvSpPr/>
          <p:nvPr/>
        </p:nvSpPr>
        <p:spPr>
          <a:xfrm>
            <a:off x="1883527" y="392311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732E0E-19EA-684F-B7CD-CE079C20693C}"/>
              </a:ext>
            </a:extLst>
          </p:cNvPr>
          <p:cNvSpPr/>
          <p:nvPr/>
        </p:nvSpPr>
        <p:spPr>
          <a:xfrm>
            <a:off x="2265791" y="3735106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21C9CB-F771-974A-B76B-4999822E1948}"/>
              </a:ext>
            </a:extLst>
          </p:cNvPr>
          <p:cNvSpPr/>
          <p:nvPr/>
        </p:nvSpPr>
        <p:spPr>
          <a:xfrm>
            <a:off x="2603650" y="395717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3C20B1-1D94-9845-9BFB-192466BC479F}"/>
              </a:ext>
            </a:extLst>
          </p:cNvPr>
          <p:cNvSpPr/>
          <p:nvPr/>
        </p:nvSpPr>
        <p:spPr>
          <a:xfrm>
            <a:off x="2556076" y="291859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006D89-B48B-5341-9107-4DB3BC15C2FC}"/>
              </a:ext>
            </a:extLst>
          </p:cNvPr>
          <p:cNvSpPr/>
          <p:nvPr/>
        </p:nvSpPr>
        <p:spPr>
          <a:xfrm>
            <a:off x="2541539" y="2401119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B54F376-8F71-A84D-8C1A-2DEB6A27237E}"/>
              </a:ext>
            </a:extLst>
          </p:cNvPr>
          <p:cNvSpPr/>
          <p:nvPr/>
        </p:nvSpPr>
        <p:spPr>
          <a:xfrm>
            <a:off x="2650979" y="2159864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59AA783-BEDF-CB4A-A0C4-E7B73CE031CE}"/>
              </a:ext>
            </a:extLst>
          </p:cNvPr>
          <p:cNvSpPr/>
          <p:nvPr/>
        </p:nvSpPr>
        <p:spPr>
          <a:xfrm>
            <a:off x="2972715" y="2044880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A8E414-8B67-1C42-872A-0BFB77558D77}"/>
              </a:ext>
            </a:extLst>
          </p:cNvPr>
          <p:cNvSpPr/>
          <p:nvPr/>
        </p:nvSpPr>
        <p:spPr>
          <a:xfrm>
            <a:off x="2887058" y="2537365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0115A8-ED3B-4A42-B5DB-CB5209FF304D}"/>
              </a:ext>
            </a:extLst>
          </p:cNvPr>
          <p:cNvSpPr/>
          <p:nvPr/>
        </p:nvSpPr>
        <p:spPr>
          <a:xfrm>
            <a:off x="3209405" y="2374123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B6FCF07-7976-2B4A-8004-94EE1CDD4ED9}"/>
              </a:ext>
            </a:extLst>
          </p:cNvPr>
          <p:cNvSpPr/>
          <p:nvPr/>
        </p:nvSpPr>
        <p:spPr>
          <a:xfrm>
            <a:off x="3340737" y="2100867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C2E5F0-A58B-B047-813B-BD84C5A6CA87}"/>
              </a:ext>
            </a:extLst>
          </p:cNvPr>
          <p:cNvSpPr/>
          <p:nvPr/>
        </p:nvSpPr>
        <p:spPr>
          <a:xfrm>
            <a:off x="3610389" y="2334128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64D25F4-6DA8-0448-A817-E147BE9F631A}"/>
              </a:ext>
            </a:extLst>
          </p:cNvPr>
          <p:cNvSpPr/>
          <p:nvPr/>
        </p:nvSpPr>
        <p:spPr>
          <a:xfrm>
            <a:off x="3279780" y="276516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02EC2A5-18F9-0148-A21D-FE3EAF4DFB8B}"/>
              </a:ext>
            </a:extLst>
          </p:cNvPr>
          <p:cNvSpPr/>
          <p:nvPr/>
        </p:nvSpPr>
        <p:spPr>
          <a:xfrm>
            <a:off x="3621791" y="2634182"/>
            <a:ext cx="262665" cy="252829"/>
          </a:xfrm>
          <a:prstGeom prst="ellipse">
            <a:avLst/>
          </a:prstGeom>
          <a:solidFill>
            <a:srgbClr val="000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DD4759-5F5E-1046-8266-2641B42C44AA}"/>
              </a:ext>
            </a:extLst>
          </p:cNvPr>
          <p:cNvSpPr/>
          <p:nvPr/>
        </p:nvSpPr>
        <p:spPr>
          <a:xfrm>
            <a:off x="3047414" y="4546740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B697E7-2E05-CC42-BB3D-9A1F8502E44C}"/>
              </a:ext>
            </a:extLst>
          </p:cNvPr>
          <p:cNvSpPr/>
          <p:nvPr/>
        </p:nvSpPr>
        <p:spPr>
          <a:xfrm>
            <a:off x="3415134" y="4247967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A747E54-C864-6247-AB2F-A46B1B950DE0}"/>
              </a:ext>
            </a:extLst>
          </p:cNvPr>
          <p:cNvSpPr/>
          <p:nvPr/>
        </p:nvSpPr>
        <p:spPr>
          <a:xfrm>
            <a:off x="3951668" y="414907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C01BE7-1CF8-A04E-AEC3-0B27817A58BD}"/>
              </a:ext>
            </a:extLst>
          </p:cNvPr>
          <p:cNvSpPr/>
          <p:nvPr/>
        </p:nvSpPr>
        <p:spPr>
          <a:xfrm>
            <a:off x="4545886" y="4278836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7654D7C-6D0F-8047-AE77-E3DF2487DE05}"/>
              </a:ext>
            </a:extLst>
          </p:cNvPr>
          <p:cNvSpPr/>
          <p:nvPr/>
        </p:nvSpPr>
        <p:spPr>
          <a:xfrm>
            <a:off x="3501435" y="456516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6B0458-D532-534B-9CBE-12A64FFB13BE}"/>
              </a:ext>
            </a:extLst>
          </p:cNvPr>
          <p:cNvSpPr/>
          <p:nvPr/>
        </p:nvSpPr>
        <p:spPr>
          <a:xfrm>
            <a:off x="3523028" y="5031939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34DA336-70C8-9F4B-8BD7-2F2F91C817E1}"/>
              </a:ext>
            </a:extLst>
          </p:cNvPr>
          <p:cNvSpPr/>
          <p:nvPr/>
        </p:nvSpPr>
        <p:spPr>
          <a:xfrm>
            <a:off x="3310079" y="5714653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AFA7D1D-A13E-A04A-AA5C-240FABFD7908}"/>
              </a:ext>
            </a:extLst>
          </p:cNvPr>
          <p:cNvSpPr/>
          <p:nvPr/>
        </p:nvSpPr>
        <p:spPr>
          <a:xfrm>
            <a:off x="3983542" y="5829602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D467654-797B-174C-92C3-987E5356CD0D}"/>
              </a:ext>
            </a:extLst>
          </p:cNvPr>
          <p:cNvSpPr/>
          <p:nvPr/>
        </p:nvSpPr>
        <p:spPr>
          <a:xfrm>
            <a:off x="4615619" y="569594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2CBA704-A809-054A-A996-B3C90D3AD8A0}"/>
              </a:ext>
            </a:extLst>
          </p:cNvPr>
          <p:cNvSpPr/>
          <p:nvPr/>
        </p:nvSpPr>
        <p:spPr>
          <a:xfrm>
            <a:off x="4122505" y="451140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3E0DA57-1BC5-2F49-A343-61879088F2E7}"/>
              </a:ext>
            </a:extLst>
          </p:cNvPr>
          <p:cNvSpPr/>
          <p:nvPr/>
        </p:nvSpPr>
        <p:spPr>
          <a:xfrm>
            <a:off x="4324568" y="5027535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F31C0E7-42DB-6D4B-965A-C14F8F2706BD}"/>
              </a:ext>
            </a:extLst>
          </p:cNvPr>
          <p:cNvSpPr/>
          <p:nvPr/>
        </p:nvSpPr>
        <p:spPr>
          <a:xfrm>
            <a:off x="4711296" y="4591104"/>
            <a:ext cx="262665" cy="252829"/>
          </a:xfrm>
          <a:prstGeom prst="ellipse">
            <a:avLst/>
          </a:prstGeom>
          <a:solidFill>
            <a:srgbClr val="AF2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10301F-5A4E-0F49-9F03-B776C17C0232}"/>
              </a:ext>
            </a:extLst>
          </p:cNvPr>
          <p:cNvSpPr/>
          <p:nvPr/>
        </p:nvSpPr>
        <p:spPr>
          <a:xfrm>
            <a:off x="5051163" y="344414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1538229-3BE1-6044-850A-042B111AF0A5}"/>
              </a:ext>
            </a:extLst>
          </p:cNvPr>
          <p:cNvSpPr/>
          <p:nvPr/>
        </p:nvSpPr>
        <p:spPr>
          <a:xfrm>
            <a:off x="5313828" y="379669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A983A01-0094-1640-A5D9-75591645985A}"/>
              </a:ext>
            </a:extLst>
          </p:cNvPr>
          <p:cNvSpPr/>
          <p:nvPr/>
        </p:nvSpPr>
        <p:spPr>
          <a:xfrm>
            <a:off x="5187050" y="2962936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71BE844-BB67-7A4C-8A54-A339AAB9E2FD}"/>
              </a:ext>
            </a:extLst>
          </p:cNvPr>
          <p:cNvSpPr/>
          <p:nvPr/>
        </p:nvSpPr>
        <p:spPr>
          <a:xfrm>
            <a:off x="5424427" y="33154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97ADB7C-48E9-D14E-AA79-CD262393994E}"/>
              </a:ext>
            </a:extLst>
          </p:cNvPr>
          <p:cNvSpPr/>
          <p:nvPr/>
        </p:nvSpPr>
        <p:spPr>
          <a:xfrm>
            <a:off x="5576493" y="2836521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277740-F24C-1742-99D1-82A7438B5447}"/>
              </a:ext>
            </a:extLst>
          </p:cNvPr>
          <p:cNvSpPr/>
          <p:nvPr/>
        </p:nvSpPr>
        <p:spPr>
          <a:xfrm>
            <a:off x="6447622" y="253587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69CD055-1FFA-A84E-AB95-44354E87AB86}"/>
              </a:ext>
            </a:extLst>
          </p:cNvPr>
          <p:cNvSpPr/>
          <p:nvPr/>
        </p:nvSpPr>
        <p:spPr>
          <a:xfrm>
            <a:off x="6860008" y="2877179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2C03445-F513-BD46-86FD-B611F1F4DDC6}"/>
              </a:ext>
            </a:extLst>
          </p:cNvPr>
          <p:cNvSpPr/>
          <p:nvPr/>
        </p:nvSpPr>
        <p:spPr>
          <a:xfrm>
            <a:off x="6133979" y="369697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ACD302A-44F9-4F43-AB97-45C2DB86AAAD}"/>
              </a:ext>
            </a:extLst>
          </p:cNvPr>
          <p:cNvSpPr/>
          <p:nvPr/>
        </p:nvSpPr>
        <p:spPr>
          <a:xfrm>
            <a:off x="6188391" y="3375688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B650154-84E6-2F42-BA06-627DB7FE060A}"/>
              </a:ext>
            </a:extLst>
          </p:cNvPr>
          <p:cNvSpPr/>
          <p:nvPr/>
        </p:nvSpPr>
        <p:spPr>
          <a:xfrm>
            <a:off x="5860281" y="4560662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C7C960-F40A-AE4E-8C06-B2B3C8FC6C06}"/>
              </a:ext>
            </a:extLst>
          </p:cNvPr>
          <p:cNvSpPr/>
          <p:nvPr/>
        </p:nvSpPr>
        <p:spPr>
          <a:xfrm>
            <a:off x="6374980" y="4518463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F79696-FEB7-5A4F-A7D4-C2A082D62ED6}"/>
              </a:ext>
            </a:extLst>
          </p:cNvPr>
          <p:cNvSpPr/>
          <p:nvPr/>
        </p:nvSpPr>
        <p:spPr>
          <a:xfrm>
            <a:off x="6912259" y="4070385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918F201-C2B6-7B4B-9E33-15CE26770AE4}"/>
              </a:ext>
            </a:extLst>
          </p:cNvPr>
          <p:cNvSpPr/>
          <p:nvPr/>
        </p:nvSpPr>
        <p:spPr>
          <a:xfrm>
            <a:off x="7056933" y="3570560"/>
            <a:ext cx="262665" cy="252829"/>
          </a:xfrm>
          <a:prstGeom prst="ellipse">
            <a:avLst/>
          </a:prstGeom>
          <a:solidFill>
            <a:srgbClr val="7DFF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CE71E8-6B1D-F348-9E3F-CED2EC898078}"/>
              </a:ext>
            </a:extLst>
          </p:cNvPr>
          <p:cNvSpPr/>
          <p:nvPr/>
        </p:nvSpPr>
        <p:spPr>
          <a:xfrm>
            <a:off x="8311967" y="1538007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38A6895-8F00-5B4A-A3CA-A6BCBAF5F47C}"/>
              </a:ext>
            </a:extLst>
          </p:cNvPr>
          <p:cNvSpPr/>
          <p:nvPr/>
        </p:nvSpPr>
        <p:spPr>
          <a:xfrm>
            <a:off x="8059134" y="198662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244E2C0-348C-3646-957D-99E7C1A2C73A}"/>
              </a:ext>
            </a:extLst>
          </p:cNvPr>
          <p:cNvSpPr/>
          <p:nvPr/>
        </p:nvSpPr>
        <p:spPr>
          <a:xfrm>
            <a:off x="7975323" y="25518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B1DBDD2-F764-594F-A89B-321800FF0DF2}"/>
              </a:ext>
            </a:extLst>
          </p:cNvPr>
          <p:cNvSpPr/>
          <p:nvPr/>
        </p:nvSpPr>
        <p:spPr>
          <a:xfrm>
            <a:off x="8116487" y="3089350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678A4A8-24BE-F34F-8D54-29DB51D876F7}"/>
              </a:ext>
            </a:extLst>
          </p:cNvPr>
          <p:cNvSpPr/>
          <p:nvPr/>
        </p:nvSpPr>
        <p:spPr>
          <a:xfrm>
            <a:off x="8392407" y="346981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EF9ABFA-A2ED-7448-97FC-C6D9FD07A365}"/>
              </a:ext>
            </a:extLst>
          </p:cNvPr>
          <p:cNvSpPr/>
          <p:nvPr/>
        </p:nvSpPr>
        <p:spPr>
          <a:xfrm>
            <a:off x="8994823" y="312667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B6D6EC-5263-5242-B36C-23DBE44971BA}"/>
              </a:ext>
            </a:extLst>
          </p:cNvPr>
          <p:cNvSpPr/>
          <p:nvPr/>
        </p:nvSpPr>
        <p:spPr>
          <a:xfrm>
            <a:off x="9146889" y="2679522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FE88ADE-E99E-C642-9622-878772CD1646}"/>
              </a:ext>
            </a:extLst>
          </p:cNvPr>
          <p:cNvSpPr/>
          <p:nvPr/>
        </p:nvSpPr>
        <p:spPr>
          <a:xfrm>
            <a:off x="9146766" y="2089449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C3E8754-8FAF-C74B-83FC-4C8740E14A2E}"/>
              </a:ext>
            </a:extLst>
          </p:cNvPr>
          <p:cNvSpPr/>
          <p:nvPr/>
        </p:nvSpPr>
        <p:spPr>
          <a:xfrm>
            <a:off x="8924872" y="178709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CA9C06A-4B37-DC4F-B74A-E7BDCFFAF670}"/>
              </a:ext>
            </a:extLst>
          </p:cNvPr>
          <p:cNvSpPr/>
          <p:nvPr/>
        </p:nvSpPr>
        <p:spPr>
          <a:xfrm>
            <a:off x="9641523" y="1389963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76C1CCD-7CD3-2647-9FEE-8B5086DE5A03}"/>
              </a:ext>
            </a:extLst>
          </p:cNvPr>
          <p:cNvSpPr/>
          <p:nvPr/>
        </p:nvSpPr>
        <p:spPr>
          <a:xfrm>
            <a:off x="9914020" y="1796926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CF5C613-51CA-7645-8184-77B8082EFC23}"/>
              </a:ext>
            </a:extLst>
          </p:cNvPr>
          <p:cNvSpPr/>
          <p:nvPr/>
        </p:nvSpPr>
        <p:spPr>
          <a:xfrm>
            <a:off x="10065108" y="2322248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527F016-113F-864E-83E2-883681071063}"/>
              </a:ext>
            </a:extLst>
          </p:cNvPr>
          <p:cNvSpPr/>
          <p:nvPr/>
        </p:nvSpPr>
        <p:spPr>
          <a:xfrm>
            <a:off x="9930610" y="2867234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C1E33EF-4BA7-1240-A49C-A4104B54B461}"/>
              </a:ext>
            </a:extLst>
          </p:cNvPr>
          <p:cNvSpPr/>
          <p:nvPr/>
        </p:nvSpPr>
        <p:spPr>
          <a:xfrm>
            <a:off x="9722299" y="3343401"/>
            <a:ext cx="262665" cy="252829"/>
          </a:xfrm>
          <a:prstGeom prst="ellipse">
            <a:avLst/>
          </a:prstGeom>
          <a:solidFill>
            <a:srgbClr val="CAB4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19D4A07-F304-EE4E-85D2-D20DB2AAA4E8}"/>
              </a:ext>
            </a:extLst>
          </p:cNvPr>
          <p:cNvSpPr/>
          <p:nvPr/>
        </p:nvSpPr>
        <p:spPr>
          <a:xfrm>
            <a:off x="7714552" y="4336775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20C7D0D-0845-D94D-9F02-688E2B5CC4A8}"/>
              </a:ext>
            </a:extLst>
          </p:cNvPr>
          <p:cNvSpPr/>
          <p:nvPr/>
        </p:nvSpPr>
        <p:spPr>
          <a:xfrm>
            <a:off x="8180634" y="412155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5873FF1-8BC2-B247-B741-1E0174CFDFF8}"/>
              </a:ext>
            </a:extLst>
          </p:cNvPr>
          <p:cNvSpPr/>
          <p:nvPr/>
        </p:nvSpPr>
        <p:spPr>
          <a:xfrm>
            <a:off x="9385790" y="4312336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9D6224F-BBAF-5A4E-9931-DD2CC9FD6AB1}"/>
              </a:ext>
            </a:extLst>
          </p:cNvPr>
          <p:cNvSpPr/>
          <p:nvPr/>
        </p:nvSpPr>
        <p:spPr>
          <a:xfrm>
            <a:off x="9517122" y="4934529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2F9B554-3180-734C-8A42-3651DE002D22}"/>
              </a:ext>
            </a:extLst>
          </p:cNvPr>
          <p:cNvSpPr/>
          <p:nvPr/>
        </p:nvSpPr>
        <p:spPr>
          <a:xfrm>
            <a:off x="7968383" y="5018617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363445-2F67-C842-A30B-E89C676FC894}"/>
              </a:ext>
            </a:extLst>
          </p:cNvPr>
          <p:cNvSpPr/>
          <p:nvPr/>
        </p:nvSpPr>
        <p:spPr>
          <a:xfrm>
            <a:off x="7796109" y="559511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43EFC9-B95C-BD46-A721-E338B7AA515C}"/>
              </a:ext>
            </a:extLst>
          </p:cNvPr>
          <p:cNvSpPr/>
          <p:nvPr/>
        </p:nvSpPr>
        <p:spPr>
          <a:xfrm>
            <a:off x="8096356" y="5915682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ED45507-7AA4-6A4A-998D-7DFFE484EA9D}"/>
              </a:ext>
            </a:extLst>
          </p:cNvPr>
          <p:cNvSpPr/>
          <p:nvPr/>
        </p:nvSpPr>
        <p:spPr>
          <a:xfrm>
            <a:off x="8445986" y="5721148"/>
            <a:ext cx="262665" cy="252829"/>
          </a:xfrm>
          <a:prstGeom prst="ellipse">
            <a:avLst/>
          </a:prstGeom>
          <a:solidFill>
            <a:srgbClr val="2BA4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8D94B37-2963-C24F-80AF-C9D7B138E4BE}"/>
              </a:ext>
            </a:extLst>
          </p:cNvPr>
          <p:cNvSpPr/>
          <p:nvPr/>
        </p:nvSpPr>
        <p:spPr>
          <a:xfrm>
            <a:off x="9923851" y="491095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7A9AE60-B67C-5941-8E35-CBC7536E7A39}"/>
              </a:ext>
            </a:extLst>
          </p:cNvPr>
          <p:cNvSpPr/>
          <p:nvPr/>
        </p:nvSpPr>
        <p:spPr>
          <a:xfrm>
            <a:off x="10617469" y="429531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4EC6AC-E039-8B4B-B167-25641D185D9C}"/>
              </a:ext>
            </a:extLst>
          </p:cNvPr>
          <p:cNvSpPr/>
          <p:nvPr/>
        </p:nvSpPr>
        <p:spPr>
          <a:xfrm>
            <a:off x="10615273" y="473718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9D82B51-F25F-CA4D-B2DB-841F470BE33A}"/>
              </a:ext>
            </a:extLst>
          </p:cNvPr>
          <p:cNvSpPr/>
          <p:nvPr/>
        </p:nvSpPr>
        <p:spPr>
          <a:xfrm>
            <a:off x="10987843" y="427965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8E397A9-C2EE-9043-9C47-48054443C616}"/>
              </a:ext>
            </a:extLst>
          </p:cNvPr>
          <p:cNvSpPr/>
          <p:nvPr/>
        </p:nvSpPr>
        <p:spPr>
          <a:xfrm>
            <a:off x="11367872" y="4374381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A23DBEC-3BCD-9146-959B-1B41B3B0193F}"/>
              </a:ext>
            </a:extLst>
          </p:cNvPr>
          <p:cNvSpPr/>
          <p:nvPr/>
        </p:nvSpPr>
        <p:spPr>
          <a:xfrm>
            <a:off x="11443740" y="469364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E913836-2896-524C-B530-A6549290F4EF}"/>
              </a:ext>
            </a:extLst>
          </p:cNvPr>
          <p:cNvSpPr/>
          <p:nvPr/>
        </p:nvSpPr>
        <p:spPr>
          <a:xfrm>
            <a:off x="11010771" y="5055766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04AD14-38E1-F445-85DD-06DA2B8BCFC7}"/>
              </a:ext>
            </a:extLst>
          </p:cNvPr>
          <p:cNvSpPr/>
          <p:nvPr/>
        </p:nvSpPr>
        <p:spPr>
          <a:xfrm>
            <a:off x="9401896" y="579827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50DB05E-8486-E34E-8FB1-12417CB9AF87}"/>
              </a:ext>
            </a:extLst>
          </p:cNvPr>
          <p:cNvSpPr/>
          <p:nvPr/>
        </p:nvSpPr>
        <p:spPr>
          <a:xfrm>
            <a:off x="9377054" y="6176353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FB6F363-3B94-E241-841B-7B527FC36FB9}"/>
              </a:ext>
            </a:extLst>
          </p:cNvPr>
          <p:cNvSpPr/>
          <p:nvPr/>
        </p:nvSpPr>
        <p:spPr>
          <a:xfrm>
            <a:off x="9792518" y="6009932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CAC04C0-359F-E24F-9AB1-08037E4AFE1F}"/>
              </a:ext>
            </a:extLst>
          </p:cNvPr>
          <p:cNvSpPr/>
          <p:nvPr/>
        </p:nvSpPr>
        <p:spPr>
          <a:xfrm>
            <a:off x="10347437" y="57408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423A7BC-B3F1-FD44-81D9-6CE42979DDA4}"/>
              </a:ext>
            </a:extLst>
          </p:cNvPr>
          <p:cNvSpPr/>
          <p:nvPr/>
        </p:nvSpPr>
        <p:spPr>
          <a:xfrm>
            <a:off x="9722299" y="6435195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DD07153-4133-E644-AC22-A55B9EB8034F}"/>
              </a:ext>
            </a:extLst>
          </p:cNvPr>
          <p:cNvSpPr/>
          <p:nvPr/>
        </p:nvSpPr>
        <p:spPr>
          <a:xfrm>
            <a:off x="10126204" y="637515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EE2B76B-536D-924A-A6C6-816CDEEC4A10}"/>
              </a:ext>
            </a:extLst>
          </p:cNvPr>
          <p:cNvSpPr/>
          <p:nvPr/>
        </p:nvSpPr>
        <p:spPr>
          <a:xfrm>
            <a:off x="11518868" y="5671860"/>
            <a:ext cx="262665" cy="252829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85A0DBF-3924-A74A-82F9-39A0E79621C6}"/>
              </a:ext>
            </a:extLst>
          </p:cNvPr>
          <p:cNvSpPr/>
          <p:nvPr/>
        </p:nvSpPr>
        <p:spPr>
          <a:xfrm>
            <a:off x="11240676" y="5948775"/>
            <a:ext cx="262665" cy="297734"/>
          </a:xfrm>
          <a:prstGeom prst="ellipse">
            <a:avLst/>
          </a:prstGeom>
          <a:solidFill>
            <a:srgbClr val="F8A6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5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33E6-1F7B-7542-8ECE-CC0AAF3E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4E5F-7797-504B-8754-F0433AD60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14DF8-9C6A-9149-848B-6DAF68821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707"/>
            <a:ext cx="12192000" cy="57851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BFA535-95AE-8947-B16C-F2D959ACC13D}"/>
              </a:ext>
            </a:extLst>
          </p:cNvPr>
          <p:cNvSpPr/>
          <p:nvPr/>
        </p:nvSpPr>
        <p:spPr>
          <a:xfrm>
            <a:off x="6197600" y="1108706"/>
            <a:ext cx="5994400" cy="57492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2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AC3075-83B6-2F4A-8B0A-873FB4155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2" t="10754" r="3415" b="15251"/>
          <a:stretch/>
        </p:blipFill>
        <p:spPr>
          <a:xfrm>
            <a:off x="9573429" y="7334251"/>
            <a:ext cx="4335509" cy="233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679084-F67A-C746-8539-FF727DDB2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49" y="1058198"/>
            <a:ext cx="6672580" cy="4383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0FFA9-0CF7-F549-BF94-D2F8CA3BA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250192"/>
            <a:ext cx="4841718" cy="4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0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B565-EEA7-A049-815B-27FFFE42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D3A3C-FC80-CB44-829B-F3A143C8D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297" t="10704" r="15835" b="35984"/>
          <a:stretch/>
        </p:blipFill>
        <p:spPr>
          <a:xfrm>
            <a:off x="3606800" y="880533"/>
            <a:ext cx="3048000" cy="4385734"/>
          </a:xfrm>
        </p:spPr>
      </p:pic>
    </p:spTree>
    <p:extLst>
      <p:ext uri="{BB962C8B-B14F-4D97-AF65-F5344CB8AC3E}">
        <p14:creationId xmlns:p14="http://schemas.microsoft.com/office/powerpoint/2010/main" val="42216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18CBD64-2DD4-714C-A51D-2A4594B47F10}"/>
              </a:ext>
            </a:extLst>
          </p:cNvPr>
          <p:cNvGrpSpPr/>
          <p:nvPr/>
        </p:nvGrpSpPr>
        <p:grpSpPr>
          <a:xfrm>
            <a:off x="7738693" y="3713243"/>
            <a:ext cx="3678049" cy="2996005"/>
            <a:chOff x="7714552" y="4121552"/>
            <a:chExt cx="2065235" cy="204695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89A04B-3AD5-5947-A463-954E41C93A3A}"/>
                </a:ext>
              </a:extLst>
            </p:cNvPr>
            <p:cNvSpPr/>
            <p:nvPr/>
          </p:nvSpPr>
          <p:spPr>
            <a:xfrm>
              <a:off x="8541442" y="4926411"/>
              <a:ext cx="253475" cy="306866"/>
            </a:xfrm>
            <a:prstGeom prst="ellipse">
              <a:avLst/>
            </a:prstGeom>
            <a:solidFill>
              <a:srgbClr val="2DB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3C06A9-0CAD-3441-B267-77ACEDA72EE2}"/>
                </a:ext>
              </a:extLst>
            </p:cNvPr>
            <p:cNvSpPr/>
            <p:nvPr/>
          </p:nvSpPr>
          <p:spPr>
            <a:xfrm>
              <a:off x="7714552" y="4336775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5596D5-7F6B-A646-965E-6F47EFF54FFC}"/>
                </a:ext>
              </a:extLst>
            </p:cNvPr>
            <p:cNvSpPr/>
            <p:nvPr/>
          </p:nvSpPr>
          <p:spPr>
            <a:xfrm>
              <a:off x="8180634" y="4121552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A1D695-C3DF-E94D-825F-F92A95D761A7}"/>
                </a:ext>
              </a:extLst>
            </p:cNvPr>
            <p:cNvSpPr/>
            <p:nvPr/>
          </p:nvSpPr>
          <p:spPr>
            <a:xfrm>
              <a:off x="9385790" y="4312336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E00F26-99AB-FB4F-910A-6EB35D0A6E2A}"/>
                </a:ext>
              </a:extLst>
            </p:cNvPr>
            <p:cNvSpPr/>
            <p:nvPr/>
          </p:nvSpPr>
          <p:spPr>
            <a:xfrm>
              <a:off x="9517122" y="4934529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3435E0D-EB90-7B4C-8571-2484EED3C6B7}"/>
                </a:ext>
              </a:extLst>
            </p:cNvPr>
            <p:cNvSpPr/>
            <p:nvPr/>
          </p:nvSpPr>
          <p:spPr>
            <a:xfrm>
              <a:off x="7968383" y="5018617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41830E-6A0C-624A-987F-79DD49AD1EF1}"/>
                </a:ext>
              </a:extLst>
            </p:cNvPr>
            <p:cNvSpPr/>
            <p:nvPr/>
          </p:nvSpPr>
          <p:spPr>
            <a:xfrm>
              <a:off x="7796109" y="5595118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4C2441-3879-AF46-92FF-C34BE7282140}"/>
                </a:ext>
              </a:extLst>
            </p:cNvPr>
            <p:cNvSpPr/>
            <p:nvPr/>
          </p:nvSpPr>
          <p:spPr>
            <a:xfrm>
              <a:off x="8096356" y="5915682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1C37B9-F36E-E845-9485-406F3E9991D5}"/>
                </a:ext>
              </a:extLst>
            </p:cNvPr>
            <p:cNvSpPr/>
            <p:nvPr/>
          </p:nvSpPr>
          <p:spPr>
            <a:xfrm>
              <a:off x="8445986" y="5721148"/>
              <a:ext cx="262665" cy="252829"/>
            </a:xfrm>
            <a:prstGeom prst="ellipse">
              <a:avLst/>
            </a:prstGeom>
            <a:solidFill>
              <a:srgbClr val="2BA4F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7555DDF-A134-6C4A-BC1A-DEF017239A96}"/>
                </a:ext>
              </a:extLst>
            </p:cNvPr>
            <p:cNvCxnSpPr>
              <a:cxnSpLocks/>
              <a:stCxn id="5" idx="0"/>
              <a:endCxn id="7" idx="6"/>
            </p:cNvCxnSpPr>
            <p:nvPr/>
          </p:nvCxnSpPr>
          <p:spPr>
            <a:xfrm flipH="1" flipV="1">
              <a:off x="8443299" y="4247967"/>
              <a:ext cx="224881" cy="6784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80D419-9B81-D14F-A3DE-272912DF910B}"/>
                </a:ext>
              </a:extLst>
            </p:cNvPr>
            <p:cNvCxnSpPr>
              <a:stCxn id="7" idx="2"/>
              <a:endCxn id="6" idx="7"/>
            </p:cNvCxnSpPr>
            <p:nvPr/>
          </p:nvCxnSpPr>
          <p:spPr>
            <a:xfrm flipH="1">
              <a:off x="7938751" y="4247967"/>
              <a:ext cx="241883" cy="12583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FBFB05-A434-694E-A1E6-2C90B71EA3FE}"/>
                </a:ext>
              </a:extLst>
            </p:cNvPr>
            <p:cNvCxnSpPr>
              <a:stCxn id="6" idx="4"/>
              <a:endCxn id="10" idx="1"/>
            </p:cNvCxnSpPr>
            <p:nvPr/>
          </p:nvCxnSpPr>
          <p:spPr>
            <a:xfrm>
              <a:off x="7845885" y="4589604"/>
              <a:ext cx="160964" cy="46603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777EA2-884A-0F4D-9D6E-C67474723858}"/>
                </a:ext>
              </a:extLst>
            </p:cNvPr>
            <p:cNvCxnSpPr>
              <a:stCxn id="7" idx="4"/>
              <a:endCxn id="10" idx="0"/>
            </p:cNvCxnSpPr>
            <p:nvPr/>
          </p:nvCxnSpPr>
          <p:spPr>
            <a:xfrm flipH="1">
              <a:off x="8099716" y="4374381"/>
              <a:ext cx="212251" cy="64423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7E1EBA-A4C3-304D-8EF3-418944FDA0CD}"/>
                </a:ext>
              </a:extLst>
            </p:cNvPr>
            <p:cNvCxnSpPr>
              <a:stCxn id="6" idx="5"/>
              <a:endCxn id="5" idx="1"/>
            </p:cNvCxnSpPr>
            <p:nvPr/>
          </p:nvCxnSpPr>
          <p:spPr>
            <a:xfrm>
              <a:off x="7938751" y="4552578"/>
              <a:ext cx="639812" cy="41877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BFE414A-2606-0F4F-BFA5-ED1072BE6017}"/>
                </a:ext>
              </a:extLst>
            </p:cNvPr>
            <p:cNvCxnSpPr>
              <a:stCxn id="10" idx="4"/>
              <a:endCxn id="11" idx="7"/>
            </p:cNvCxnSpPr>
            <p:nvPr/>
          </p:nvCxnSpPr>
          <p:spPr>
            <a:xfrm flipH="1">
              <a:off x="8020308" y="5271446"/>
              <a:ext cx="79408" cy="36069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558365-6705-5045-A5CE-77773D21DCC6}"/>
                </a:ext>
              </a:extLst>
            </p:cNvPr>
            <p:cNvCxnSpPr>
              <a:stCxn id="11" idx="5"/>
              <a:endCxn id="12" idx="1"/>
            </p:cNvCxnSpPr>
            <p:nvPr/>
          </p:nvCxnSpPr>
          <p:spPr>
            <a:xfrm>
              <a:off x="8020308" y="5810921"/>
              <a:ext cx="114514" cy="14178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082BAA-57A9-8643-A812-AF28479DA94F}"/>
                </a:ext>
              </a:extLst>
            </p:cNvPr>
            <p:cNvCxnSpPr>
              <a:stCxn id="12" idx="7"/>
              <a:endCxn id="13" idx="2"/>
            </p:cNvCxnSpPr>
            <p:nvPr/>
          </p:nvCxnSpPr>
          <p:spPr>
            <a:xfrm flipV="1">
              <a:off x="8320555" y="5847563"/>
              <a:ext cx="125431" cy="10514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3F4C16A-005E-0F4F-8232-0BC9E2AFCB9D}"/>
                </a:ext>
              </a:extLst>
            </p:cNvPr>
            <p:cNvCxnSpPr>
              <a:stCxn id="13" idx="0"/>
              <a:endCxn id="10" idx="5"/>
            </p:cNvCxnSpPr>
            <p:nvPr/>
          </p:nvCxnSpPr>
          <p:spPr>
            <a:xfrm flipH="1" flipV="1">
              <a:off x="8192582" y="5234420"/>
              <a:ext cx="384737" cy="48672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ED751B-635A-CD4B-B9B2-785CD673615C}"/>
                </a:ext>
              </a:extLst>
            </p:cNvPr>
            <p:cNvCxnSpPr>
              <a:stCxn id="12" idx="0"/>
              <a:endCxn id="10" idx="4"/>
            </p:cNvCxnSpPr>
            <p:nvPr/>
          </p:nvCxnSpPr>
          <p:spPr>
            <a:xfrm flipH="1" flipV="1">
              <a:off x="8099716" y="5271446"/>
              <a:ext cx="127973" cy="64423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E442887-358E-3241-95EA-96690E0B5900}"/>
                </a:ext>
              </a:extLst>
            </p:cNvPr>
            <p:cNvCxnSpPr>
              <a:stCxn id="11" idx="6"/>
              <a:endCxn id="13" idx="0"/>
            </p:cNvCxnSpPr>
            <p:nvPr/>
          </p:nvCxnSpPr>
          <p:spPr>
            <a:xfrm flipV="1">
              <a:off x="8058774" y="5721148"/>
              <a:ext cx="518545" cy="3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C18762E-EC2C-FD40-BC63-D4A1AA404FFE}"/>
                </a:ext>
              </a:extLst>
            </p:cNvPr>
            <p:cNvCxnSpPr>
              <a:cxnSpLocks/>
              <a:stCxn id="13" idx="0"/>
              <a:endCxn id="5" idx="4"/>
            </p:cNvCxnSpPr>
            <p:nvPr/>
          </p:nvCxnSpPr>
          <p:spPr>
            <a:xfrm flipV="1">
              <a:off x="8577319" y="5233277"/>
              <a:ext cx="90861" cy="48787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2887F20-546E-8E49-A233-4325E2CEA408}"/>
                </a:ext>
              </a:extLst>
            </p:cNvPr>
            <p:cNvCxnSpPr>
              <a:stCxn id="5" idx="6"/>
              <a:endCxn id="9" idx="2"/>
            </p:cNvCxnSpPr>
            <p:nvPr/>
          </p:nvCxnSpPr>
          <p:spPr>
            <a:xfrm flipV="1">
              <a:off x="8794917" y="5060944"/>
              <a:ext cx="722205" cy="189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A76A012-CDEB-DA44-A294-FE699ABE9E56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 flipV="1">
              <a:off x="8794917" y="4438751"/>
              <a:ext cx="590873" cy="64109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91FFFBC-B367-1546-8197-EC9E48113332}"/>
                </a:ext>
              </a:extLst>
            </p:cNvPr>
            <p:cNvCxnSpPr>
              <a:stCxn id="9" idx="0"/>
              <a:endCxn id="8" idx="5"/>
            </p:cNvCxnSpPr>
            <p:nvPr/>
          </p:nvCxnSpPr>
          <p:spPr>
            <a:xfrm flipH="1" flipV="1">
              <a:off x="9609989" y="4528139"/>
              <a:ext cx="38466" cy="40639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7D2C16B-32DB-0C4C-BE0C-7A0648F632D0}"/>
                </a:ext>
              </a:extLst>
            </p:cNvPr>
            <p:cNvCxnSpPr>
              <a:stCxn id="10" idx="6"/>
              <a:endCxn id="5" idx="2"/>
            </p:cNvCxnSpPr>
            <p:nvPr/>
          </p:nvCxnSpPr>
          <p:spPr>
            <a:xfrm flipV="1">
              <a:off x="8231048" y="5079844"/>
              <a:ext cx="310394" cy="651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A07E5B9-CFB1-8A49-929E-137FF1E5CF1B}"/>
              </a:ext>
            </a:extLst>
          </p:cNvPr>
          <p:cNvCxnSpPr>
            <a:stCxn id="61" idx="4"/>
            <a:endCxn id="60" idx="0"/>
          </p:cNvCxnSpPr>
          <p:nvPr/>
        </p:nvCxnSpPr>
        <p:spPr>
          <a:xfrm flipH="1">
            <a:off x="4148602" y="5271446"/>
            <a:ext cx="54412" cy="6845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2314A36-473A-6A42-BFA8-F739B39A89F0}"/>
              </a:ext>
            </a:extLst>
          </p:cNvPr>
          <p:cNvCxnSpPr>
            <a:stCxn id="55" idx="5"/>
            <a:endCxn id="56" idx="1"/>
          </p:cNvCxnSpPr>
          <p:nvPr/>
        </p:nvCxnSpPr>
        <p:spPr>
          <a:xfrm>
            <a:off x="3294539" y="4821668"/>
            <a:ext cx="51644" cy="1737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C1D6A90-ED28-054F-BB67-F0F972176ECC}"/>
              </a:ext>
            </a:extLst>
          </p:cNvPr>
          <p:cNvCxnSpPr>
            <a:stCxn id="54" idx="0"/>
            <a:endCxn id="56" idx="4"/>
          </p:cNvCxnSpPr>
          <p:nvPr/>
        </p:nvCxnSpPr>
        <p:spPr>
          <a:xfrm flipV="1">
            <a:off x="3328451" y="5211246"/>
            <a:ext cx="110599" cy="22838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ACCD6AC-2002-DE40-AC01-561CE4C814E4}"/>
              </a:ext>
            </a:extLst>
          </p:cNvPr>
          <p:cNvCxnSpPr>
            <a:stCxn id="56" idx="6"/>
            <a:endCxn id="61" idx="1"/>
          </p:cNvCxnSpPr>
          <p:nvPr/>
        </p:nvCxnSpPr>
        <p:spPr>
          <a:xfrm flipV="1">
            <a:off x="3570382" y="5055643"/>
            <a:ext cx="539765" cy="291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2B18A97-D7F1-374D-9DD4-51487BB2A828}"/>
              </a:ext>
            </a:extLst>
          </p:cNvPr>
          <p:cNvGrpSpPr/>
          <p:nvPr/>
        </p:nvGrpSpPr>
        <p:grpSpPr>
          <a:xfrm>
            <a:off x="2934453" y="4178802"/>
            <a:ext cx="2268435" cy="2277618"/>
            <a:chOff x="2934453" y="4178802"/>
            <a:chExt cx="2268435" cy="2277618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6DFCA2-8344-7446-B254-89003352094C}"/>
                </a:ext>
              </a:extLst>
            </p:cNvPr>
            <p:cNvSpPr/>
            <p:nvPr/>
          </p:nvSpPr>
          <p:spPr>
            <a:xfrm>
              <a:off x="2934453" y="5087075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CF8EB5D-0278-4B47-B126-9D9DCDBDAC88}"/>
                </a:ext>
              </a:extLst>
            </p:cNvPr>
            <p:cNvSpPr/>
            <p:nvPr/>
          </p:nvSpPr>
          <p:spPr>
            <a:xfrm>
              <a:off x="3197118" y="5439627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7604A08-B160-AA46-8597-68F4F4584D9D}"/>
                </a:ext>
              </a:extLst>
            </p:cNvPr>
            <p:cNvSpPr/>
            <p:nvPr/>
          </p:nvSpPr>
          <p:spPr>
            <a:xfrm>
              <a:off x="3070340" y="4605865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5112150-12C3-5445-9C90-B19233EB8B19}"/>
                </a:ext>
              </a:extLst>
            </p:cNvPr>
            <p:cNvSpPr/>
            <p:nvPr/>
          </p:nvSpPr>
          <p:spPr>
            <a:xfrm>
              <a:off x="3307717" y="4958417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26853F2-4E40-DE47-93EC-7A1B6EFE07B7}"/>
                </a:ext>
              </a:extLst>
            </p:cNvPr>
            <p:cNvSpPr/>
            <p:nvPr/>
          </p:nvSpPr>
          <p:spPr>
            <a:xfrm>
              <a:off x="3459783" y="4479450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6DA5E10-8AA3-6645-9F0A-460F835A90FC}"/>
                </a:ext>
              </a:extLst>
            </p:cNvPr>
            <p:cNvSpPr/>
            <p:nvPr/>
          </p:nvSpPr>
          <p:spPr>
            <a:xfrm>
              <a:off x="4330912" y="4178802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3E4DE10-64FB-CA48-A99F-AEDFF0BFA0C8}"/>
                </a:ext>
              </a:extLst>
            </p:cNvPr>
            <p:cNvSpPr/>
            <p:nvPr/>
          </p:nvSpPr>
          <p:spPr>
            <a:xfrm>
              <a:off x="4743298" y="4520108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4293A42-7702-974E-BCD9-9DBA015E420F}"/>
                </a:ext>
              </a:extLst>
            </p:cNvPr>
            <p:cNvSpPr/>
            <p:nvPr/>
          </p:nvSpPr>
          <p:spPr>
            <a:xfrm>
              <a:off x="4017269" y="5339904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4A552BA-71D5-D640-ADBC-13D25B7D05BF}"/>
                </a:ext>
              </a:extLst>
            </p:cNvPr>
            <p:cNvSpPr/>
            <p:nvPr/>
          </p:nvSpPr>
          <p:spPr>
            <a:xfrm>
              <a:off x="4071681" y="5018617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EC026C3-0F86-D040-8F76-5722C2EA8F71}"/>
                </a:ext>
              </a:extLst>
            </p:cNvPr>
            <p:cNvSpPr/>
            <p:nvPr/>
          </p:nvSpPr>
          <p:spPr>
            <a:xfrm>
              <a:off x="3743571" y="6203591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1DE8157-2CC4-EC47-90EC-3FCA5AB80A4B}"/>
                </a:ext>
              </a:extLst>
            </p:cNvPr>
            <p:cNvSpPr/>
            <p:nvPr/>
          </p:nvSpPr>
          <p:spPr>
            <a:xfrm>
              <a:off x="4258270" y="6161392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7689F1C-55EE-204C-942C-016F530E1995}"/>
                </a:ext>
              </a:extLst>
            </p:cNvPr>
            <p:cNvSpPr/>
            <p:nvPr/>
          </p:nvSpPr>
          <p:spPr>
            <a:xfrm>
              <a:off x="4795549" y="5713314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1945CFF-9ED1-304F-B245-A94F89CFB074}"/>
                </a:ext>
              </a:extLst>
            </p:cNvPr>
            <p:cNvSpPr/>
            <p:nvPr/>
          </p:nvSpPr>
          <p:spPr>
            <a:xfrm>
              <a:off x="4940223" y="5213489"/>
              <a:ext cx="262665" cy="252829"/>
            </a:xfrm>
            <a:prstGeom prst="ellipse">
              <a:avLst/>
            </a:prstGeom>
            <a:solidFill>
              <a:srgbClr val="7DFFD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1612FC6-050F-CD45-8071-2905C29140EE}"/>
                </a:ext>
              </a:extLst>
            </p:cNvPr>
            <p:cNvCxnSpPr>
              <a:stCxn id="58" idx="5"/>
              <a:endCxn id="59" idx="1"/>
            </p:cNvCxnSpPr>
            <p:nvPr/>
          </p:nvCxnSpPr>
          <p:spPr>
            <a:xfrm>
              <a:off x="4555111" y="4394605"/>
              <a:ext cx="226653" cy="16252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8107B2E-A068-B740-A095-5A8EEEB9BC5B}"/>
                </a:ext>
              </a:extLst>
            </p:cNvPr>
            <p:cNvCxnSpPr>
              <a:stCxn id="58" idx="2"/>
              <a:endCxn id="61" idx="0"/>
            </p:cNvCxnSpPr>
            <p:nvPr/>
          </p:nvCxnSpPr>
          <p:spPr>
            <a:xfrm flipH="1">
              <a:off x="4203014" y="4305217"/>
              <a:ext cx="127898" cy="7134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A3B92F3-EDF3-9842-AE2F-33EC41D5314A}"/>
                </a:ext>
              </a:extLst>
            </p:cNvPr>
            <p:cNvCxnSpPr>
              <a:stCxn id="61" idx="7"/>
              <a:endCxn id="59" idx="3"/>
            </p:cNvCxnSpPr>
            <p:nvPr/>
          </p:nvCxnSpPr>
          <p:spPr>
            <a:xfrm flipV="1">
              <a:off x="4295880" y="4735911"/>
              <a:ext cx="485884" cy="3197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51F1FFB-4E83-8947-BD9C-CE2632D270A9}"/>
                </a:ext>
              </a:extLst>
            </p:cNvPr>
            <p:cNvCxnSpPr>
              <a:stCxn id="61" idx="6"/>
              <a:endCxn id="65" idx="2"/>
            </p:cNvCxnSpPr>
            <p:nvPr/>
          </p:nvCxnSpPr>
          <p:spPr>
            <a:xfrm>
              <a:off x="4334346" y="5145032"/>
              <a:ext cx="605877" cy="19487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F394A9D-D260-F949-8A3E-4FCD972A367C}"/>
                </a:ext>
              </a:extLst>
            </p:cNvPr>
            <p:cNvCxnSpPr>
              <a:stCxn id="61" idx="6"/>
              <a:endCxn id="64" idx="1"/>
            </p:cNvCxnSpPr>
            <p:nvPr/>
          </p:nvCxnSpPr>
          <p:spPr>
            <a:xfrm>
              <a:off x="4334346" y="5145032"/>
              <a:ext cx="499669" cy="60530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D341CDF-54D8-2447-B1CF-E1E75B6B01CF}"/>
                </a:ext>
              </a:extLst>
            </p:cNvPr>
            <p:cNvCxnSpPr>
              <a:stCxn id="64" idx="7"/>
              <a:endCxn id="65" idx="4"/>
            </p:cNvCxnSpPr>
            <p:nvPr/>
          </p:nvCxnSpPr>
          <p:spPr>
            <a:xfrm flipV="1">
              <a:off x="5019748" y="5466318"/>
              <a:ext cx="51808" cy="28402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8CF71A-B041-2A4A-A8DF-4852D3D96B60}"/>
                </a:ext>
              </a:extLst>
            </p:cNvPr>
            <p:cNvCxnSpPr>
              <a:stCxn id="60" idx="5"/>
              <a:endCxn id="63" idx="0"/>
            </p:cNvCxnSpPr>
            <p:nvPr/>
          </p:nvCxnSpPr>
          <p:spPr>
            <a:xfrm>
              <a:off x="4241468" y="5555707"/>
              <a:ext cx="148135" cy="6056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3C6D002-3A48-2849-9622-6DB5C90483AD}"/>
                </a:ext>
              </a:extLst>
            </p:cNvPr>
            <p:cNvCxnSpPr>
              <a:stCxn id="60" idx="3"/>
              <a:endCxn id="62" idx="0"/>
            </p:cNvCxnSpPr>
            <p:nvPr/>
          </p:nvCxnSpPr>
          <p:spPr>
            <a:xfrm flipH="1">
              <a:off x="3874904" y="5555707"/>
              <a:ext cx="180831" cy="64788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6BF60F1-1179-E448-B78F-ADC1249B9415}"/>
                </a:ext>
              </a:extLst>
            </p:cNvPr>
            <p:cNvCxnSpPr>
              <a:stCxn id="62" idx="6"/>
              <a:endCxn id="63" idx="2"/>
            </p:cNvCxnSpPr>
            <p:nvPr/>
          </p:nvCxnSpPr>
          <p:spPr>
            <a:xfrm flipV="1">
              <a:off x="4006236" y="6287807"/>
              <a:ext cx="252034" cy="421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D8682DB-C558-8148-BFE5-304C6CFBD1C9}"/>
                </a:ext>
              </a:extLst>
            </p:cNvPr>
            <p:cNvCxnSpPr>
              <a:stCxn id="54" idx="6"/>
              <a:endCxn id="60" idx="2"/>
            </p:cNvCxnSpPr>
            <p:nvPr/>
          </p:nvCxnSpPr>
          <p:spPr>
            <a:xfrm flipV="1">
              <a:off x="3459783" y="5466319"/>
              <a:ext cx="557486" cy="9972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3B5E381-53D5-CE41-8A2D-7ED64F6A3200}"/>
                </a:ext>
              </a:extLst>
            </p:cNvPr>
            <p:cNvCxnSpPr>
              <a:stCxn id="54" idx="1"/>
              <a:endCxn id="53" idx="5"/>
            </p:cNvCxnSpPr>
            <p:nvPr/>
          </p:nvCxnSpPr>
          <p:spPr>
            <a:xfrm flipH="1" flipV="1">
              <a:off x="3158652" y="5302878"/>
              <a:ext cx="76932" cy="1737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9C75201-8C5B-9845-B140-973AE87A2EE8}"/>
                </a:ext>
              </a:extLst>
            </p:cNvPr>
            <p:cNvCxnSpPr>
              <a:stCxn id="53" idx="0"/>
              <a:endCxn id="55" idx="3"/>
            </p:cNvCxnSpPr>
            <p:nvPr/>
          </p:nvCxnSpPr>
          <p:spPr>
            <a:xfrm flipV="1">
              <a:off x="3065786" y="4821668"/>
              <a:ext cx="43020" cy="26540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267785E-AA56-3A4D-8B94-DCF94C9397B7}"/>
                </a:ext>
              </a:extLst>
            </p:cNvPr>
            <p:cNvCxnSpPr>
              <a:stCxn id="55" idx="7"/>
              <a:endCxn id="57" idx="2"/>
            </p:cNvCxnSpPr>
            <p:nvPr/>
          </p:nvCxnSpPr>
          <p:spPr>
            <a:xfrm flipV="1">
              <a:off x="3294539" y="4605865"/>
              <a:ext cx="165244" cy="3702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C7CBA79-7936-D042-86BB-C959C2B60B6D}"/>
                </a:ext>
              </a:extLst>
            </p:cNvPr>
            <p:cNvCxnSpPr>
              <a:stCxn id="56" idx="7"/>
              <a:endCxn id="57" idx="4"/>
            </p:cNvCxnSpPr>
            <p:nvPr/>
          </p:nvCxnSpPr>
          <p:spPr>
            <a:xfrm flipV="1">
              <a:off x="3531916" y="4732279"/>
              <a:ext cx="59200" cy="2631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EDD6DE-450C-2947-A10C-B7A8782A915F}"/>
                </a:ext>
              </a:extLst>
            </p:cNvPr>
            <p:cNvCxnSpPr>
              <a:stCxn id="53" idx="6"/>
              <a:endCxn id="56" idx="3"/>
            </p:cNvCxnSpPr>
            <p:nvPr/>
          </p:nvCxnSpPr>
          <p:spPr>
            <a:xfrm flipV="1">
              <a:off x="3197118" y="5174220"/>
              <a:ext cx="149065" cy="3927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8B7FC60-B237-4C48-9053-76C99CBA6C4E}"/>
                </a:ext>
              </a:extLst>
            </p:cNvPr>
            <p:cNvCxnSpPr>
              <a:stCxn id="56" idx="6"/>
              <a:endCxn id="60" idx="1"/>
            </p:cNvCxnSpPr>
            <p:nvPr/>
          </p:nvCxnSpPr>
          <p:spPr>
            <a:xfrm>
              <a:off x="3570382" y="5084832"/>
              <a:ext cx="485353" cy="29209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C058868-D4C4-D84D-83E3-1B244BD388F0}"/>
                </a:ext>
              </a:extLst>
            </p:cNvPr>
            <p:cNvCxnSpPr>
              <a:stCxn id="57" idx="5"/>
              <a:endCxn id="61" idx="1"/>
            </p:cNvCxnSpPr>
            <p:nvPr/>
          </p:nvCxnSpPr>
          <p:spPr>
            <a:xfrm>
              <a:off x="3683982" y="4695253"/>
              <a:ext cx="426165" cy="36039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7E7ADF6-610D-A241-9106-EF2E14B88E63}"/>
                </a:ext>
              </a:extLst>
            </p:cNvPr>
            <p:cNvCxnSpPr>
              <a:stCxn id="55" idx="5"/>
              <a:endCxn id="61" idx="2"/>
            </p:cNvCxnSpPr>
            <p:nvPr/>
          </p:nvCxnSpPr>
          <p:spPr>
            <a:xfrm>
              <a:off x="3294539" y="4821668"/>
              <a:ext cx="777142" cy="3233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CD951AD-A657-7E4A-84B4-4BE81A124463}"/>
                </a:ext>
              </a:extLst>
            </p:cNvPr>
            <p:cNvCxnSpPr>
              <a:stCxn id="53" idx="5"/>
              <a:endCxn id="61" idx="2"/>
            </p:cNvCxnSpPr>
            <p:nvPr/>
          </p:nvCxnSpPr>
          <p:spPr>
            <a:xfrm flipV="1">
              <a:off x="3158652" y="5145032"/>
              <a:ext cx="913029" cy="15784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4B3515B-C749-B743-B481-0930DA0FBFE5}"/>
                </a:ext>
              </a:extLst>
            </p:cNvPr>
            <p:cNvCxnSpPr>
              <a:stCxn id="54" idx="7"/>
              <a:endCxn id="61" idx="2"/>
            </p:cNvCxnSpPr>
            <p:nvPr/>
          </p:nvCxnSpPr>
          <p:spPr>
            <a:xfrm flipV="1">
              <a:off x="3421317" y="5145032"/>
              <a:ext cx="650364" cy="33162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3F7D22A-6BD0-9A4E-8986-C3B6E94C065C}"/>
                </a:ext>
              </a:extLst>
            </p:cNvPr>
            <p:cNvCxnSpPr>
              <a:stCxn id="63" idx="7"/>
              <a:endCxn id="61" idx="5"/>
            </p:cNvCxnSpPr>
            <p:nvPr/>
          </p:nvCxnSpPr>
          <p:spPr>
            <a:xfrm flipH="1" flipV="1">
              <a:off x="4295880" y="5234420"/>
              <a:ext cx="186589" cy="96399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D33655D-CF71-AC4C-B6B7-5893C29C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2532"/>
            <a:ext cx="3559228" cy="1309796"/>
          </a:xfrm>
          <a:prstGeom prst="rect">
            <a:avLst/>
          </a:prstGeom>
        </p:spPr>
      </p:pic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4D40312-CC21-7F45-BEE7-4F7439D0FFCE}"/>
              </a:ext>
            </a:extLst>
          </p:cNvPr>
          <p:cNvCxnSpPr>
            <a:cxnSpLocks/>
          </p:cNvCxnSpPr>
          <p:nvPr/>
        </p:nvCxnSpPr>
        <p:spPr>
          <a:xfrm flipV="1">
            <a:off x="4871307" y="2058046"/>
            <a:ext cx="980245" cy="821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3D3CA2C-3ABE-4043-A298-D3DAFC6964A9}"/>
              </a:ext>
            </a:extLst>
          </p:cNvPr>
          <p:cNvCxnSpPr>
            <a:cxnSpLocks/>
          </p:cNvCxnSpPr>
          <p:nvPr/>
        </p:nvCxnSpPr>
        <p:spPr>
          <a:xfrm flipV="1">
            <a:off x="5244447" y="2058046"/>
            <a:ext cx="607105" cy="11562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3743CF-0E63-3247-BB62-7CC7031A7A3D}"/>
              </a:ext>
            </a:extLst>
          </p:cNvPr>
          <p:cNvGrpSpPr/>
          <p:nvPr/>
        </p:nvGrpSpPr>
        <p:grpSpPr>
          <a:xfrm>
            <a:off x="4258270" y="553148"/>
            <a:ext cx="3678049" cy="2996005"/>
            <a:chOff x="4258270" y="553148"/>
            <a:chExt cx="3678049" cy="2996005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5AE09D1-209A-5E49-8656-C644A540822A}"/>
                </a:ext>
              </a:extLst>
            </p:cNvPr>
            <p:cNvGrpSpPr/>
            <p:nvPr/>
          </p:nvGrpSpPr>
          <p:grpSpPr>
            <a:xfrm>
              <a:off x="4258270" y="553148"/>
              <a:ext cx="3678049" cy="2996005"/>
              <a:chOff x="7714552" y="4121552"/>
              <a:chExt cx="2065235" cy="2046959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D97FE839-A60C-B84A-B38D-562861D03B93}"/>
                  </a:ext>
                </a:extLst>
              </p:cNvPr>
              <p:cNvSpPr/>
              <p:nvPr/>
            </p:nvSpPr>
            <p:spPr>
              <a:xfrm>
                <a:off x="7714552" y="4336775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610DA153-A5D1-D745-988C-6DD781F49CC0}"/>
                  </a:ext>
                </a:extLst>
              </p:cNvPr>
              <p:cNvSpPr/>
              <p:nvPr/>
            </p:nvSpPr>
            <p:spPr>
              <a:xfrm>
                <a:off x="8180634" y="4121552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6FED2358-F41B-7049-88EC-B75718C36A2F}"/>
                  </a:ext>
                </a:extLst>
              </p:cNvPr>
              <p:cNvSpPr/>
              <p:nvPr/>
            </p:nvSpPr>
            <p:spPr>
              <a:xfrm>
                <a:off x="9385790" y="4312336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B48C948F-0142-684C-B5A6-01BE18E46979}"/>
                  </a:ext>
                </a:extLst>
              </p:cNvPr>
              <p:cNvSpPr/>
              <p:nvPr/>
            </p:nvSpPr>
            <p:spPr>
              <a:xfrm>
                <a:off x="9517122" y="4934529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5E28E3CF-276F-264A-83A0-ECA9D4958FFD}"/>
                  </a:ext>
                </a:extLst>
              </p:cNvPr>
              <p:cNvSpPr/>
              <p:nvPr/>
            </p:nvSpPr>
            <p:spPr>
              <a:xfrm>
                <a:off x="7968383" y="5018617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701B467-6B79-5141-81A3-D1E7273DE487}"/>
                  </a:ext>
                </a:extLst>
              </p:cNvPr>
              <p:cNvSpPr/>
              <p:nvPr/>
            </p:nvSpPr>
            <p:spPr>
              <a:xfrm>
                <a:off x="7796109" y="5595118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5A883DF-D28E-7A40-8CB2-891713D08F46}"/>
                  </a:ext>
                </a:extLst>
              </p:cNvPr>
              <p:cNvSpPr/>
              <p:nvPr/>
            </p:nvSpPr>
            <p:spPr>
              <a:xfrm>
                <a:off x="8096356" y="5915682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D15611B-DC22-1746-958C-81931776DBF2}"/>
                  </a:ext>
                </a:extLst>
              </p:cNvPr>
              <p:cNvSpPr/>
              <p:nvPr/>
            </p:nvSpPr>
            <p:spPr>
              <a:xfrm>
                <a:off x="8445986" y="5721148"/>
                <a:ext cx="262665" cy="252829"/>
              </a:xfrm>
              <a:prstGeom prst="ellipse">
                <a:avLst/>
              </a:prstGeom>
              <a:solidFill>
                <a:srgbClr val="2BA4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37AE73F6-50F3-F043-A1E5-9AF4AC223B8C}"/>
                  </a:ext>
                </a:extLst>
              </p:cNvPr>
              <p:cNvCxnSpPr>
                <a:cxnSpLocks/>
                <a:endCxn id="132" idx="6"/>
              </p:cNvCxnSpPr>
              <p:nvPr/>
            </p:nvCxnSpPr>
            <p:spPr>
              <a:xfrm flipH="1" flipV="1">
                <a:off x="8443299" y="4247967"/>
                <a:ext cx="224881" cy="6784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22806C07-7B14-5044-9203-1D833D43C29F}"/>
                  </a:ext>
                </a:extLst>
              </p:cNvPr>
              <p:cNvCxnSpPr>
                <a:stCxn id="132" idx="2"/>
                <a:endCxn id="131" idx="7"/>
              </p:cNvCxnSpPr>
              <p:nvPr/>
            </p:nvCxnSpPr>
            <p:spPr>
              <a:xfrm flipH="1">
                <a:off x="7938751" y="4247967"/>
                <a:ext cx="241883" cy="12583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6915FB2-E692-8F44-90A0-1B3022C8B670}"/>
                  </a:ext>
                </a:extLst>
              </p:cNvPr>
              <p:cNvCxnSpPr>
                <a:stCxn id="131" idx="4"/>
                <a:endCxn id="135" idx="1"/>
              </p:cNvCxnSpPr>
              <p:nvPr/>
            </p:nvCxnSpPr>
            <p:spPr>
              <a:xfrm>
                <a:off x="7845885" y="4589604"/>
                <a:ext cx="160964" cy="4660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DB277D93-ABBF-AD47-88E2-58879C1D764F}"/>
                  </a:ext>
                </a:extLst>
              </p:cNvPr>
              <p:cNvCxnSpPr>
                <a:stCxn id="132" idx="4"/>
                <a:endCxn id="135" idx="0"/>
              </p:cNvCxnSpPr>
              <p:nvPr/>
            </p:nvCxnSpPr>
            <p:spPr>
              <a:xfrm flipH="1">
                <a:off x="8099716" y="4374381"/>
                <a:ext cx="212251" cy="64423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CFDF9CB5-C72D-F142-A146-3669A961D27C}"/>
                  </a:ext>
                </a:extLst>
              </p:cNvPr>
              <p:cNvCxnSpPr>
                <a:cxnSpLocks/>
                <a:stCxn id="131" idx="5"/>
              </p:cNvCxnSpPr>
              <p:nvPr/>
            </p:nvCxnSpPr>
            <p:spPr>
              <a:xfrm>
                <a:off x="7938751" y="4552578"/>
                <a:ext cx="639812" cy="4187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8C066C3-83E4-D64A-B7DC-8D5B84D9085A}"/>
                  </a:ext>
                </a:extLst>
              </p:cNvPr>
              <p:cNvCxnSpPr>
                <a:stCxn id="135" idx="4"/>
                <a:endCxn id="136" idx="7"/>
              </p:cNvCxnSpPr>
              <p:nvPr/>
            </p:nvCxnSpPr>
            <p:spPr>
              <a:xfrm flipH="1">
                <a:off x="8020308" y="5271446"/>
                <a:ext cx="79408" cy="36069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A21F9F0-1789-9A44-8537-35901C28862E}"/>
                  </a:ext>
                </a:extLst>
              </p:cNvPr>
              <p:cNvCxnSpPr>
                <a:stCxn id="136" idx="5"/>
                <a:endCxn id="137" idx="1"/>
              </p:cNvCxnSpPr>
              <p:nvPr/>
            </p:nvCxnSpPr>
            <p:spPr>
              <a:xfrm>
                <a:off x="8020308" y="5810921"/>
                <a:ext cx="114514" cy="1417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01CCA679-BB3B-F845-9E0B-F8FFA56CF35D}"/>
                  </a:ext>
                </a:extLst>
              </p:cNvPr>
              <p:cNvCxnSpPr>
                <a:stCxn id="137" idx="7"/>
                <a:endCxn id="138" idx="2"/>
              </p:cNvCxnSpPr>
              <p:nvPr/>
            </p:nvCxnSpPr>
            <p:spPr>
              <a:xfrm flipV="1">
                <a:off x="8320555" y="5847563"/>
                <a:ext cx="125431" cy="1051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D8B56091-B4A7-AE4D-ABE6-09765E067DA9}"/>
                  </a:ext>
                </a:extLst>
              </p:cNvPr>
              <p:cNvCxnSpPr>
                <a:stCxn id="138" idx="0"/>
                <a:endCxn id="135" idx="5"/>
              </p:cNvCxnSpPr>
              <p:nvPr/>
            </p:nvCxnSpPr>
            <p:spPr>
              <a:xfrm flipH="1" flipV="1">
                <a:off x="8192582" y="5234420"/>
                <a:ext cx="384737" cy="48672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723F28C-B3AA-D249-89CA-61CC5806FE61}"/>
                  </a:ext>
                </a:extLst>
              </p:cNvPr>
              <p:cNvCxnSpPr>
                <a:stCxn id="137" idx="0"/>
                <a:endCxn id="135" idx="4"/>
              </p:cNvCxnSpPr>
              <p:nvPr/>
            </p:nvCxnSpPr>
            <p:spPr>
              <a:xfrm flipH="1" flipV="1">
                <a:off x="8099716" y="5271446"/>
                <a:ext cx="127973" cy="64423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37ADD8C-3AB8-F14C-B339-B166A8DC8644}"/>
                  </a:ext>
                </a:extLst>
              </p:cNvPr>
              <p:cNvCxnSpPr>
                <a:stCxn id="136" idx="6"/>
                <a:endCxn id="138" idx="0"/>
              </p:cNvCxnSpPr>
              <p:nvPr/>
            </p:nvCxnSpPr>
            <p:spPr>
              <a:xfrm flipV="1">
                <a:off x="8058774" y="5721148"/>
                <a:ext cx="518545" cy="3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D71FE07-BB4E-344B-B6EC-BBA0BA4CCC0D}"/>
                  </a:ext>
                </a:extLst>
              </p:cNvPr>
              <p:cNvCxnSpPr>
                <a:cxnSpLocks/>
                <a:stCxn id="138" idx="0"/>
              </p:cNvCxnSpPr>
              <p:nvPr/>
            </p:nvCxnSpPr>
            <p:spPr>
              <a:xfrm flipV="1">
                <a:off x="8577319" y="5186769"/>
                <a:ext cx="124732" cy="5343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3B60B5B5-FFF7-7645-B526-46A861EE1125}"/>
                  </a:ext>
                </a:extLst>
              </p:cNvPr>
              <p:cNvCxnSpPr>
                <a:cxnSpLocks/>
                <a:endCxn id="134" idx="2"/>
              </p:cNvCxnSpPr>
              <p:nvPr/>
            </p:nvCxnSpPr>
            <p:spPr>
              <a:xfrm flipV="1">
                <a:off x="8794917" y="5060944"/>
                <a:ext cx="722205" cy="189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A8C6A2ED-BD58-7841-842A-CDB8B92DEEF8}"/>
                  </a:ext>
                </a:extLst>
              </p:cNvPr>
              <p:cNvCxnSpPr>
                <a:cxnSpLocks/>
                <a:endCxn id="133" idx="2"/>
              </p:cNvCxnSpPr>
              <p:nvPr/>
            </p:nvCxnSpPr>
            <p:spPr>
              <a:xfrm flipV="1">
                <a:off x="8794917" y="4438751"/>
                <a:ext cx="590873" cy="6410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60EB2FFC-741C-734A-95D4-82163040243F}"/>
                  </a:ext>
                </a:extLst>
              </p:cNvPr>
              <p:cNvCxnSpPr>
                <a:stCxn id="134" idx="0"/>
                <a:endCxn id="133" idx="5"/>
              </p:cNvCxnSpPr>
              <p:nvPr/>
            </p:nvCxnSpPr>
            <p:spPr>
              <a:xfrm flipH="1" flipV="1">
                <a:off x="9609989" y="4528139"/>
                <a:ext cx="38466" cy="40639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6659FD70-CFEF-2748-A312-661799A2CF59}"/>
                  </a:ext>
                </a:extLst>
              </p:cNvPr>
              <p:cNvCxnSpPr>
                <a:cxnSpLocks/>
                <a:stCxn id="135" idx="6"/>
              </p:cNvCxnSpPr>
              <p:nvPr/>
            </p:nvCxnSpPr>
            <p:spPr>
              <a:xfrm flipV="1">
                <a:off x="8231048" y="5079844"/>
                <a:ext cx="391702" cy="651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BB2091E5-3DE2-6644-B63B-46EB139295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6848" b="88859" l="68700" r="77900"/>
                      </a14:imgEffect>
                    </a14:imgLayer>
                  </a14:imgProps>
                </a:ext>
              </a:extLst>
            </a:blip>
            <a:srcRect l="68680" t="16357" r="22050" b="7710"/>
            <a:stretch/>
          </p:blipFill>
          <p:spPr>
            <a:xfrm>
              <a:off x="5774118" y="1274208"/>
              <a:ext cx="507485" cy="1529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397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AF23093-C5DC-2F49-8F9B-3E3C71905728}" vid="{BC3232A7-7BE1-1548-A90B-C75DB25DC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1357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Nicole Burke</cp:lastModifiedBy>
  <cp:revision>20</cp:revision>
  <dcterms:created xsi:type="dcterms:W3CDTF">2020-04-26T00:24:54Z</dcterms:created>
  <dcterms:modified xsi:type="dcterms:W3CDTF">2021-04-07T05:07:09Z</dcterms:modified>
</cp:coreProperties>
</file>