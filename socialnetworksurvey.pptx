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83"/>
    <p:restoredTop sz="94599"/>
  </p:normalViewPr>
  <p:slideViewPr>
    <p:cSldViewPr snapToGrid="0" snapToObjects="1">
      <p:cViewPr varScale="1">
        <p:scale>
          <a:sx n="112" d="100"/>
          <a:sy n="112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aramond" charset="0"/>
                <a:ea typeface="Garamond" charset="0"/>
                <a:cs typeface="Garamond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aramond" charset="0"/>
                <a:ea typeface="Garamond" charset="0"/>
                <a:cs typeface="Garamon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charset="0"/>
                <a:ea typeface="Garamond" charset="0"/>
                <a:cs typeface="Garamond" charset="0"/>
              </a:defRPr>
            </a:lvl1pPr>
          </a:lstStyle>
          <a:p>
            <a:fld id="{17D50A9D-F2D0-A340-80EA-41260EB0598B}" type="datetimeFigureOut">
              <a:rPr lang="en-US" smtClean="0"/>
              <a:pPr/>
              <a:t>10/15/19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5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7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0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3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1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5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4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2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8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50A9D-F2D0-A340-80EA-41260EB0598B}" type="datetimeFigureOut">
              <a:rPr lang="en-US" smtClean="0"/>
              <a:t>10/15/19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7ECF9-8F52-2749-9A2E-A510D3C60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Garamond" charset="0"/>
          <a:ea typeface="Garamond" charset="0"/>
          <a:cs typeface="Garamond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https://image.freepik.com/free-vector/social-network-connections_1010-422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7EF2D8B-8B34-E445-AA5A-F25F47C75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270" y="7543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CF5EEE-0627-C645-90B4-0413C9537BE9}"/>
              </a:ext>
            </a:extLst>
          </p:cNvPr>
          <p:cNvGrpSpPr/>
          <p:nvPr/>
        </p:nvGrpSpPr>
        <p:grpSpPr>
          <a:xfrm>
            <a:off x="1291590" y="857250"/>
            <a:ext cx="4377690" cy="3738563"/>
            <a:chOff x="1291590" y="857250"/>
            <a:chExt cx="4377690" cy="3738563"/>
          </a:xfrm>
        </p:grpSpPr>
        <p:pic>
          <p:nvPicPr>
            <p:cNvPr id="1025" name="Picture 1" descr="Image result for social network picture">
              <a:extLst>
                <a:ext uri="{FF2B5EF4-FFF2-40B4-BE49-F238E27FC236}">
                  <a16:creationId xmlns:a16="http://schemas.microsoft.com/office/drawing/2014/main" id="{C074251B-98C4-764F-9D99-73B696D079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481"/>
            <a:stretch/>
          </p:blipFill>
          <p:spPr bwMode="auto">
            <a:xfrm>
              <a:off x="1291590" y="857250"/>
              <a:ext cx="4356100" cy="3246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7E8D6D-C8DC-A043-B36C-ACAF5BA412E0}"/>
                </a:ext>
              </a:extLst>
            </p:cNvPr>
            <p:cNvSpPr txBox="1"/>
            <p:nvPr/>
          </p:nvSpPr>
          <p:spPr>
            <a:xfrm>
              <a:off x="1623060" y="4103370"/>
              <a:ext cx="404622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 dirty="0">
                  <a:latin typeface="Garamond" panose="02020404030301010803" pitchFamily="18" charset="0"/>
                </a:rPr>
                <a:t>Social Network Survey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3178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AF23093-C5DC-2F49-8F9B-3E3C71905728}" vid="{BC3232A7-7BE1-1548-A90B-C75DB25DC8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2019-10-15T21:47:51Z</dcterms:created>
  <dcterms:modified xsi:type="dcterms:W3CDTF">2019-10-15T21:53:29Z</dcterms:modified>
</cp:coreProperties>
</file>