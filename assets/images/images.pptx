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133"/>
    <a:srgbClr val="2A6B7D"/>
    <a:srgbClr val="446360"/>
    <a:srgbClr val="0E2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50"/>
    <p:restoredTop sz="94676"/>
  </p:normalViewPr>
  <p:slideViewPr>
    <p:cSldViewPr snapToGrid="0">
      <p:cViewPr varScale="1">
        <p:scale>
          <a:sx n="70" d="100"/>
          <a:sy n="70" d="100"/>
        </p:scale>
        <p:origin x="208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F900-EB75-7188-BDF1-F1DB2E519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591E5-C22A-6C45-B271-914EA66DC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F4123-16C9-1AC2-10D4-A6AFAA95F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2AC5E-FAD0-9A13-B3E1-55DF159D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EF03F-2437-549E-612C-B8726CC7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23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AD0A-1614-03F8-48C6-9E2E0C11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D4A5D-82A9-86E0-6F69-52E5BE65C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970D6-E95A-569D-C34D-16ED0D6B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125F3-2026-ED21-CCE3-3E6E3A04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DF801-7FCD-CCE9-D16B-C9576488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3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62B6E-4CA9-0837-CA3E-D43575DA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47D79-615A-E54C-7E98-CDBEDA480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07910-499C-7FA0-3E48-0FEB47EE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484D4-7A03-539D-F45E-5280CF70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04F92-8DB6-8A82-C519-3A386997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6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99569-1594-A130-817E-DF186012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39C9-A58D-7F26-79FB-9999D2983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84CDF-564D-8595-4A3D-9CF7FFF2E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09382-9497-96C8-7BD0-7354D445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55A9D-88B1-E516-11FF-530289AE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97525-5A9A-E835-B448-34CA0D9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1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0B6A-BB9C-97E9-5171-C76118A1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BA2F0-6496-A015-14D2-D67F9F3AB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19AE-BA51-0D0B-1DEA-392B1EC9E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1341C-8DA6-0184-4D8D-72E4BE7B7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5E5C4-D6A3-9C27-5EED-CBCAF7BEA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7A5729-DC27-D402-4FDA-C5420916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9EE781-B605-2A15-7688-2C17DEEF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9162F-6F9F-33A6-758A-1AD1D286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78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4407-ECBE-2AAE-9EC9-133CFD21B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43638-34FA-4C81-01F4-08638F294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A59FC-7966-7CE9-074B-39DF3CC9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4AC57-A60E-9C01-C44B-24485406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0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C987B-5697-DB49-D909-1797AE05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45DD-CC2E-1A0A-D843-BE72BB15E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63D8B-8E54-EA44-A2A9-CE06D3F8B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88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EC8F-CC94-F7D2-0D60-97395C7BE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C41B-B4B8-3415-231A-23675F9A3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9785C-B77E-50AF-7532-24C3D344D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64FD3-4DAB-7C1E-2E3B-EB6E6E06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2601B-C5F8-1463-ABC1-574896D9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E421-83D1-CFD3-E5FC-3841C1F4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7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AAC5-B35C-649E-E238-38CE1DDA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096B7A-EBD5-5B7A-39B7-76454CDCE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889B1-A099-FB71-A409-0363BB166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5F0A2-9872-E367-B2B6-E0C638B98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CD1EC-DBD5-7C21-F3D1-FA2AB080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3FEEC-CECD-11F1-587A-8E9195E5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F339-DFE5-88D3-DB71-08F30E02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D82DD-5725-A989-7B42-866B9053E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1467A-3350-5DDA-7A48-B82B2EBD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F9D5B-EE85-244E-33A1-2BB15A82E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5E89-FFDA-4770-63A7-A44FF7EB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8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DFBE4-3E78-D775-8817-A6A424A2D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350C2-074F-0765-8337-2A69FF87A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1C195-4280-50CA-47C3-E185BD45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31E08-2595-46AC-FE28-61E58D4AF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57213-6D41-C1CF-C363-CDCF0AB3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5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880A14-99E5-9DA1-93CD-51959191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2FDDB-6616-66DD-F253-B22242F00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1C28A-7386-9F45-7D77-669B82AD1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46899-06DF-CE47-9F23-4A25DFCC8F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A8A34-AC05-EA2A-182B-CB8C8C401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BF186-959E-6FE6-F278-E4298CAB6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E9AF8-5A95-FD4C-A953-7BCEE55B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6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7D2C-80FE-09BE-A2A1-0BAA996F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Research Projects</a:t>
            </a:r>
          </a:p>
        </p:txBody>
      </p:sp>
      <p:pic>
        <p:nvPicPr>
          <p:cNvPr id="5" name="Picture 4" descr="White Network icon isolated on ...">
            <a:extLst>
              <a:ext uri="{FF2B5EF4-FFF2-40B4-BE49-F238E27FC236}">
                <a16:creationId xmlns:a16="http://schemas.microsoft.com/office/drawing/2014/main" id="{9F9D622D-30F6-49AB-6E7A-5EEC343CC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38"/>
          <a:stretch>
            <a:fillRect/>
          </a:stretch>
        </p:blipFill>
        <p:spPr>
          <a:xfrm>
            <a:off x="3737980" y="2139695"/>
            <a:ext cx="4716039" cy="396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5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1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E58CB1-6070-E561-87D1-2A5B423E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0838-3DA4-A97B-FD9E-A0F1E313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AI Projects</a:t>
            </a:r>
          </a:p>
        </p:txBody>
      </p:sp>
      <p:pic>
        <p:nvPicPr>
          <p:cNvPr id="4" name="Picture 3" descr="Robots Icon Robot Icon PNG">
            <a:extLst>
              <a:ext uri="{FF2B5EF4-FFF2-40B4-BE49-F238E27FC236}">
                <a16:creationId xmlns:a16="http://schemas.microsoft.com/office/drawing/2014/main" id="{D11E75A0-1636-D04F-2017-D69643CAF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75049" y="1977136"/>
            <a:ext cx="4041902" cy="388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4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1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5430B-BA81-4DB6-99A2-1C590022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8C97-9DFA-1607-CFB6-B7323721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Engineering and Infrastructure Work</a:t>
            </a:r>
          </a:p>
        </p:txBody>
      </p:sp>
      <p:pic>
        <p:nvPicPr>
          <p:cNvPr id="4" name="Picture 3" descr="White Icon Transparent PNG ...">
            <a:extLst>
              <a:ext uri="{FF2B5EF4-FFF2-40B4-BE49-F238E27FC236}">
                <a16:creationId xmlns:a16="http://schemas.microsoft.com/office/drawing/2014/main" id="{49C7C054-3CA8-B2AE-CE1C-5AAD239CC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46576" y="1690688"/>
            <a:ext cx="4498848" cy="449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57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Garamond</vt:lpstr>
      <vt:lpstr>Office Theme</vt:lpstr>
      <vt:lpstr>Research Projects</vt:lpstr>
      <vt:lpstr>AI Projects</vt:lpstr>
      <vt:lpstr>Engineering and Infrastructure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Burke</dc:creator>
  <cp:lastModifiedBy>Nicole Burke</cp:lastModifiedBy>
  <cp:revision>3</cp:revision>
  <dcterms:created xsi:type="dcterms:W3CDTF">2026-06-06T19:30:46Z</dcterms:created>
  <dcterms:modified xsi:type="dcterms:W3CDTF">2026-06-06T19:44:09Z</dcterms:modified>
</cp:coreProperties>
</file>